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Default Extension="svg" ContentType="image/svg+xml"/>
  <Override PartName="/customXml/itemProps1.xml" ContentType="application/vnd.openxmlformats-officedocument.customXmlProperties+xml"/>
  <Override PartName="/ppt/slideLayouts/slideLayout8.xml" ContentType="application/vnd.openxmlformats-officedocument.presentationml.slideLayout+xml"/>
  <Override PartName="/customXml/itemProps2.xml" ContentType="application/vnd.openxmlformats-officedocument.customXmlProperties+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9.xml" ContentType="application/vnd.openxmlformats-officedocument.presentationml.slideLayout+xml"/>
  <Override PartName="/customXml/itemProps3.xml" ContentType="application/vnd.openxmlformats-officedocument.customXmlProperties+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4"/>
  </p:sldMasterIdLst>
  <p:notesMasterIdLst>
    <p:notesMasterId r:id="rId12"/>
  </p:notesMasterIdLst>
  <p:sldIdLst>
    <p:sldId id="256" r:id="rId7"/>
    <p:sldId id="257" r:id="rId8"/>
    <p:sldId id="258" r:id="rId9"/>
    <p:sldId id="259" r:id="rId10"/>
    <p:sldId id="260" r:id="rId11"/>
  </p:sldIdLst>
  <p:sldSz cx="12192000" cy="6858000"/>
  <p:notesSz cx="6858000" cy="9144000"/>
  <p:custDataLst>
    <p:custData r:id="rId1"/>
    <p:custData r:id="rId2"/>
    <p:custData r:id="rId3"/>
  </p:custDataLst>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 d="2"/>
          <a:sy n="1" d="2"/>
        </p:scale>
        <p:origin x="0" y="0"/>
      </p:cViewPr>
      <p:guideLst>
        <p:guide pos="2160" orient="horz"/>
        <p:guide pos="3840"/>
        <p:guide pos="3249" orient="horz"/>
        <p:guide pos="7068"/>
        <p:guide pos="138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theme" Target="theme/theme1.xml"/><Relationship Id="rId6" Type="http://schemas.openxmlformats.org/officeDocument/2006/relationships/theme" Target="theme/theme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presProps" Target="presProps.xml" /><Relationship Id="rId14" Type="http://schemas.openxmlformats.org/officeDocument/2006/relationships/tableStyles" Target="tableStyles.xml" /><Relationship Id="rId15"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976289717"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GB"/>
          </a:p>
        </p:txBody>
      </p:sp>
      <p:sp>
        <p:nvSpPr>
          <p:cNvPr id="1772140703"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8E359C8A-39F6-4045-9163-4042C4C26B15}" type="datetimeFigureOut">
              <a:rPr lang="en-GB"/>
              <a:t>07/11/2025</a:t>
            </a:fld>
            <a:endParaRPr lang="en-GB"/>
          </a:p>
        </p:txBody>
      </p:sp>
      <p:sp>
        <p:nvSpPr>
          <p:cNvPr id="1710120424"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GB"/>
          </a:p>
        </p:txBody>
      </p:sp>
      <p:sp>
        <p:nvSpPr>
          <p:cNvPr id="1730613740"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1890758996"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GB"/>
          </a:p>
        </p:txBody>
      </p:sp>
      <p:sp>
        <p:nvSpPr>
          <p:cNvPr id="1951147232"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30370952-48CC-46D7-9FCD-59FAD40CC025}" type="slidenum">
              <a:rPr lang="en-GB"/>
              <a:t>‹#›</a:t>
            </a:fld>
            <a:endParaRPr lang="en-GB"/>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39990061" name="Slide Image Placeholder 1"/>
          <p:cNvSpPr>
            <a:spLocks noChangeAspect="1" noGrp="1" noRot="1"/>
          </p:cNvSpPr>
          <p:nvPr>
            <p:ph type="sldImg"/>
          </p:nvPr>
        </p:nvSpPr>
        <p:spPr bwMode="auto"/>
      </p:sp>
      <p:sp>
        <p:nvSpPr>
          <p:cNvPr id="939449721" name="Notes Placeholder 2"/>
          <p:cNvSpPr>
            <a:spLocks noGrp="1"/>
          </p:cNvSpPr>
          <p:nvPr>
            <p:ph type="body" idx="1"/>
          </p:nvPr>
        </p:nvSpPr>
        <p:spPr bwMode="auto"/>
        <p:txBody>
          <a:bodyPr/>
          <a:lstStyle/>
          <a:p>
            <a:pPr>
              <a:defRPr/>
            </a:pPr>
            <a:endParaRPr/>
          </a:p>
        </p:txBody>
      </p:sp>
      <p:sp>
        <p:nvSpPr>
          <p:cNvPr id="676135828" name="Slide Number Placeholder 3"/>
          <p:cNvSpPr>
            <a:spLocks noGrp="1"/>
          </p:cNvSpPr>
          <p:nvPr>
            <p:ph type="sldNum" sz="quarter" idx="10"/>
          </p:nvPr>
        </p:nvSpPr>
        <p:spPr bwMode="auto"/>
        <p:txBody>
          <a:bodyPr/>
          <a:lstStyle/>
          <a:p>
            <a:pPr>
              <a:defRPr/>
            </a:pPr>
            <a:fld id="{188B2DA9-9B12-A205-E827-52919463250E}" type="slidenum">
              <a:rPr/>
              <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80875831" name="Slide Image Placeholder 1"/>
          <p:cNvSpPr>
            <a:spLocks noChangeAspect="1" noGrp="1" noRot="1"/>
          </p:cNvSpPr>
          <p:nvPr>
            <p:ph type="sldImg"/>
          </p:nvPr>
        </p:nvSpPr>
        <p:spPr bwMode="auto"/>
      </p:sp>
      <p:sp>
        <p:nvSpPr>
          <p:cNvPr id="7586459" name="Notes Placeholder 2"/>
          <p:cNvSpPr>
            <a:spLocks noGrp="1"/>
          </p:cNvSpPr>
          <p:nvPr>
            <p:ph type="body" idx="1"/>
          </p:nvPr>
        </p:nvSpPr>
        <p:spPr bwMode="auto"/>
        <p:txBody>
          <a:bodyPr/>
          <a:lstStyle/>
          <a:p>
            <a:pPr>
              <a:defRPr/>
            </a:pPr>
            <a:endParaRPr lang="en-GB"/>
          </a:p>
        </p:txBody>
      </p:sp>
      <p:sp>
        <p:nvSpPr>
          <p:cNvPr id="1257192823" name="Slide Number Placeholder 3"/>
          <p:cNvSpPr>
            <a:spLocks noGrp="1"/>
          </p:cNvSpPr>
          <p:nvPr>
            <p:ph type="sldNum" sz="quarter" idx="5"/>
          </p:nvPr>
        </p:nvSpPr>
        <p:spPr bwMode="auto"/>
        <p:txBody>
          <a:bodyPr/>
          <a:lstStyle/>
          <a:p>
            <a:pPr>
              <a:defRPr/>
            </a:pPr>
            <a:fld id="{30370952-48CC-46D7-9FCD-59FAD40CC025}" type="slidenum">
              <a:rPr lang="en-GB"/>
              <a:t>3</a:t>
            </a:fld>
            <a:endParaRPr lang="en-GB"/>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6264834" name="Slide Image Placeholder 1"/>
          <p:cNvSpPr>
            <a:spLocks noChangeAspect="1" noGrp="1" noRot="1"/>
          </p:cNvSpPr>
          <p:nvPr>
            <p:ph type="sldImg"/>
          </p:nvPr>
        </p:nvSpPr>
        <p:spPr bwMode="auto"/>
      </p:sp>
      <p:sp>
        <p:nvSpPr>
          <p:cNvPr id="273943638" name="Notes Placeholder 2"/>
          <p:cNvSpPr>
            <a:spLocks noGrp="1"/>
          </p:cNvSpPr>
          <p:nvPr>
            <p:ph type="body" idx="1"/>
          </p:nvPr>
        </p:nvSpPr>
        <p:spPr bwMode="auto"/>
        <p:txBody>
          <a:bodyPr/>
          <a:lstStyle/>
          <a:p>
            <a:pPr>
              <a:defRPr/>
            </a:pPr>
            <a:r>
              <a:rPr lang="en-GB"/>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a:t>likert</a:t>
            </a:r>
            <a:r>
              <a:rPr lang="en-GB"/>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endParaRPr/>
          </a:p>
          <a:p>
            <a:pPr>
              <a:defRPr/>
            </a:pPr>
            <a:endParaRPr lang="en-GB"/>
          </a:p>
          <a:p>
            <a:pPr>
              <a:defRPr/>
            </a:pPr>
            <a:r>
              <a:rPr lang="en-GB"/>
              <a:t>You will get only one opportunity to present your Research Question ahead of the submission date.  Have your questions ready, and be ready to take notes on feedback.</a:t>
            </a:r>
            <a:endParaRPr/>
          </a:p>
        </p:txBody>
      </p:sp>
      <p:sp>
        <p:nvSpPr>
          <p:cNvPr id="258271376" name="Slide Number Placeholder 3"/>
          <p:cNvSpPr>
            <a:spLocks noGrp="1"/>
          </p:cNvSpPr>
          <p:nvPr>
            <p:ph type="sldNum" sz="quarter" idx="5"/>
          </p:nvPr>
        </p:nvSpPr>
        <p:spPr bwMode="auto"/>
        <p:txBody>
          <a:bodyPr/>
          <a:lstStyle/>
          <a:p>
            <a:pPr>
              <a:defRPr/>
            </a:pPr>
            <a:fld id="{30370952-48CC-46D7-9FCD-59FAD40CC025}" type="slidenum">
              <a:rPr lang="en-GB"/>
              <a:t>4</a:t>
            </a:fld>
            <a:endParaRPr lang="en-GB"/>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1796143" name="Slide Image Placeholder 1"/>
          <p:cNvSpPr>
            <a:spLocks noChangeAspect="1" noGrp="1" noRot="1"/>
          </p:cNvSpPr>
          <p:nvPr>
            <p:ph type="sldImg"/>
          </p:nvPr>
        </p:nvSpPr>
        <p:spPr bwMode="auto"/>
      </p:sp>
      <p:sp>
        <p:nvSpPr>
          <p:cNvPr id="1990855427" name="Notes Placeholder 2"/>
          <p:cNvSpPr>
            <a:spLocks noGrp="1"/>
          </p:cNvSpPr>
          <p:nvPr>
            <p:ph type="body" idx="1"/>
          </p:nvPr>
        </p:nvSpPr>
        <p:spPr bwMode="auto"/>
        <p:txBody>
          <a:bodyPr/>
          <a:lstStyle/>
          <a:p>
            <a:pPr>
              <a:defRPr/>
            </a:pPr>
            <a:endParaRPr lang="en-GB"/>
          </a:p>
        </p:txBody>
      </p:sp>
      <p:sp>
        <p:nvSpPr>
          <p:cNvPr id="1237659953" name="Slide Number Placeholder 3"/>
          <p:cNvSpPr>
            <a:spLocks noGrp="1"/>
          </p:cNvSpPr>
          <p:nvPr>
            <p:ph type="sldNum" sz="quarter" idx="5"/>
          </p:nvPr>
        </p:nvSpPr>
        <p:spPr bwMode="auto"/>
        <p:txBody>
          <a:bodyPr/>
          <a:lstStyle/>
          <a:p>
            <a:pPr>
              <a:defRPr/>
            </a:pPr>
            <a:fld id="{30370952-48CC-46D7-9FCD-59FAD40CC025}" type="slidenum">
              <a:rPr lang="en-GB"/>
              <a:t>5</a:t>
            </a:fld>
            <a:endParaRPr lang="en-GB"/>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79884215" name="Slide Image Placeholder 1"/>
          <p:cNvSpPr>
            <a:spLocks noChangeAspect="1" noGrp="1" noRot="1"/>
          </p:cNvSpPr>
          <p:nvPr>
            <p:ph type="sldImg"/>
          </p:nvPr>
        </p:nvSpPr>
        <p:spPr bwMode="auto"/>
      </p:sp>
      <p:sp>
        <p:nvSpPr>
          <p:cNvPr id="1465900389" name="Notes Placeholder 2"/>
          <p:cNvSpPr>
            <a:spLocks noGrp="1"/>
          </p:cNvSpPr>
          <p:nvPr>
            <p:ph type="body" idx="1"/>
          </p:nvPr>
        </p:nvSpPr>
        <p:spPr bwMode="auto"/>
        <p:txBody>
          <a:bodyPr/>
          <a:lstStyle/>
          <a:p>
            <a:pPr>
              <a:defRPr/>
            </a:pPr>
            <a:endParaRPr lang="en-GB"/>
          </a:p>
        </p:txBody>
      </p:sp>
      <p:sp>
        <p:nvSpPr>
          <p:cNvPr id="2088110784" name="Slide Number Placeholder 3"/>
          <p:cNvSpPr>
            <a:spLocks noGrp="1"/>
          </p:cNvSpPr>
          <p:nvPr>
            <p:ph type="sldNum" sz="quarter" idx="5"/>
          </p:nvPr>
        </p:nvSpPr>
        <p:spPr bwMode="auto"/>
        <p:txBody>
          <a:bodyPr/>
          <a:lstStyle/>
          <a:p>
            <a:pPr>
              <a:defRPr/>
            </a:pPr>
            <a:fld id="{30370952-48CC-46D7-9FCD-59FAD40CC025}" type="slidenum">
              <a:rPr lang="en-GB"/>
              <a:t>6</a:t>
            </a:fld>
            <a:endParaRPr lang="en-GB"/>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media1.svg"/></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ver">
    <p:bg>
      <p:bgPr shadeToTitle="0">
        <a:blipFill>
          <a:blip r:embed="rId2">
            <a:lum/>
          </a:blip>
          <a:stretch/>
        </a:blipFill>
      </p:bgPr>
    </p:bg>
    <p:spTree>
      <p:nvGrpSpPr>
        <p:cNvPr id="1" name=""/>
        <p:cNvGrpSpPr/>
        <p:nvPr/>
      </p:nvGrpSpPr>
      <p:grpSpPr bwMode="auto">
        <a:xfrm>
          <a:off x="0" y="0"/>
          <a:ext cx="0" cy="0"/>
          <a:chOff x="0" y="0"/>
          <a:chExt cx="0" cy="0"/>
        </a:xfrm>
      </p:grpSpPr>
      <p:pic>
        <p:nvPicPr>
          <p:cNvPr id="1789049701" name="Picture 3" descr="University of Hertfordshire logo"/>
          <p:cNvPicPr>
            <a:picLocks noChangeAspect="1"/>
          </p:cNvPicPr>
          <p:nvPr userDrawn="1"/>
        </p:nvPicPr>
        <p:blipFill rotWithShape="1">
          <a:blip r:embed="rId3"/>
          <a:stretch/>
        </p:blipFill>
        <p:spPr bwMode="auto">
          <a:xfrm>
            <a:off x="2844000" y="2854800"/>
            <a:ext cx="6501600" cy="1153633"/>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Section divider">
    <p:bg>
      <p:bgPr shadeToTitle="0">
        <a:solidFill>
          <a:schemeClr val="accent1"/>
        </a:solidFill>
      </p:bgPr>
    </p:bg>
    <p:spTree>
      <p:nvGrpSpPr>
        <p:cNvPr id="1" name=""/>
        <p:cNvGrpSpPr/>
        <p:nvPr/>
      </p:nvGrpSpPr>
      <p:grpSpPr bwMode="auto">
        <a:xfrm>
          <a:off x="0" y="0"/>
          <a:ext cx="0" cy="0"/>
          <a:chOff x="0" y="0"/>
          <a:chExt cx="0" cy="0"/>
        </a:xfrm>
      </p:grpSpPr>
      <p:sp>
        <p:nvSpPr>
          <p:cNvPr id="1322150998" name="Title 1"/>
          <p:cNvSpPr>
            <a:spLocks noGrp="1"/>
          </p:cNvSpPr>
          <p:nvPr>
            <p:ph type="ctrTitle" hasCustomPrompt="1"/>
          </p:nvPr>
        </p:nvSpPr>
        <p:spPr bwMode="auto">
          <a:xfrm>
            <a:off x="953999" y="2579715"/>
            <a:ext cx="10031157" cy="2160000"/>
          </a:xfrm>
        </p:spPr>
        <p:txBody>
          <a:bodyPr anchor="t" anchorCtr="0">
            <a:normAutofit/>
          </a:bodyPr>
          <a:lstStyle>
            <a:lvl1pPr algn="l">
              <a:lnSpc>
                <a:spcPts val="8000"/>
              </a:lnSpc>
              <a:defRPr sz="7500" b="1" spc="-200">
                <a:solidFill>
                  <a:schemeClr val="bg1"/>
                </a:solidFill>
              </a:defRPr>
            </a:lvl1pPr>
          </a:lstStyle>
          <a:p>
            <a:pPr>
              <a:defRPr/>
            </a:pPr>
            <a:r>
              <a:rPr lang="en-US"/>
              <a:t>Click to edit master title</a:t>
            </a:r>
            <a:endParaRPr lang="en-GB"/>
          </a:p>
        </p:txBody>
      </p:sp>
      <p:sp>
        <p:nvSpPr>
          <p:cNvPr id="1093820370" name="Subtitle 2"/>
          <p:cNvSpPr>
            <a:spLocks noGrp="1"/>
          </p:cNvSpPr>
          <p:nvPr>
            <p:ph type="subTitle" idx="1" hasCustomPrompt="1"/>
          </p:nvPr>
        </p:nvSpPr>
        <p:spPr bwMode="auto">
          <a:xfrm>
            <a:off x="954000" y="1890000"/>
            <a:ext cx="10031156" cy="360000"/>
          </a:xfrm>
        </p:spPr>
        <p:txBody>
          <a:bodyPr lIns="0" tIns="0" rIns="0" bIns="0">
            <a:noAutofit/>
          </a:bodyPr>
          <a:lstStyle>
            <a:lvl1pPr marL="0" indent="0" algn="l">
              <a:buNone/>
              <a:defRPr sz="3600" b="1" spc="-1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en-US"/>
              <a:t>Click to edit master subtitle</a:t>
            </a:r>
            <a:endParaRPr lang="en-GB"/>
          </a:p>
        </p:txBody>
      </p:sp>
      <p:sp>
        <p:nvSpPr>
          <p:cNvPr id="422035579" name="Footer Placeholder 4"/>
          <p:cNvSpPr>
            <a:spLocks noGrp="1"/>
          </p:cNvSpPr>
          <p:nvPr>
            <p:ph type="ftr" sz="quarter" idx="11"/>
          </p:nvPr>
        </p:nvSpPr>
        <p:spPr bwMode="auto">
          <a:xfrm>
            <a:off x="965289" y="779733"/>
            <a:ext cx="7176911" cy="230832"/>
          </a:xfrm>
        </p:spPr>
        <p:txBody>
          <a:bodyPr>
            <a:noAutofit/>
          </a:bodyPr>
          <a:lstStyle>
            <a:lvl1pPr>
              <a:defRPr>
                <a:solidFill>
                  <a:schemeClr val="bg1"/>
                </a:solidFill>
              </a:defRPr>
            </a:lvl1pPr>
          </a:lstStyle>
          <a:p>
            <a:pPr>
              <a:defRPr/>
            </a:pPr>
            <a:r>
              <a:rPr lang="en-GB"/>
              <a:t>PRESENTATION TITLE (ADD VIA INSERT, HEADER &amp; FOOTER)</a:t>
            </a:r>
            <a:endParaRPr lang="en-GB">
              <a:solidFill>
                <a:schemeClr val="bg1"/>
              </a:solidFill>
            </a:endParaRPr>
          </a:p>
        </p:txBody>
      </p:sp>
      <p:sp>
        <p:nvSpPr>
          <p:cNvPr id="1734969415" name="Slide Number Placeholder 5"/>
          <p:cNvSpPr>
            <a:spLocks noGrp="1"/>
          </p:cNvSpPr>
          <p:nvPr>
            <p:ph type="sldNum" sz="quarter" idx="12"/>
          </p:nvPr>
        </p:nvSpPr>
        <p:spPr bwMode="auto">
          <a:xfrm>
            <a:off x="10616400" y="779733"/>
            <a:ext cx="622800" cy="230832"/>
          </a:xfrm>
        </p:spPr>
        <p:txBody>
          <a:bodyPr wrap="square">
            <a:noAutofit/>
          </a:bodyPr>
          <a:lstStyle>
            <a:lvl1pPr>
              <a:defRPr>
                <a:solidFill>
                  <a:schemeClr val="bg1"/>
                </a:solidFill>
              </a:defRPr>
            </a:lvl1pPr>
          </a:lstStyle>
          <a:p>
            <a:pPr>
              <a:defRPr/>
            </a:pPr>
            <a:fld id="{E4D355CA-84B7-41B1-B164-8BB439CC7C6B}" type="slidenum">
              <a:rPr lang="en-GB"/>
              <a:t>‹#›</a:t>
            </a:fld>
            <a:endParaRPr lang="en-GB"/>
          </a:p>
        </p:txBody>
      </p:sp>
      <p:pic>
        <p:nvPicPr>
          <p:cNvPr id="1722207994" name="Picture 7" descr="A picture containing drawing&#10;&#10;Description automatically generated"/>
          <p:cNvPicPr>
            <a:picLocks noChangeAspect="1"/>
          </p:cNvPicPr>
          <p:nvPr userDrawn="1"/>
        </p:nvPicPr>
        <p:blipFill rotWithShape="1">
          <a:blip r:embed="rId2"/>
          <a:stretch/>
        </p:blipFill>
        <p:spPr bwMode="auto">
          <a:xfrm>
            <a:off x="954000" y="5511600"/>
            <a:ext cx="2242800" cy="39795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page">
    <p:bg>
      <p:bgPr shadeToTitle="0">
        <a:solidFill>
          <a:schemeClr val="bg1"/>
        </a:solidFill>
      </p:bgPr>
    </p:bg>
    <p:spTree>
      <p:nvGrpSpPr>
        <p:cNvPr id="1" name=""/>
        <p:cNvGrpSpPr/>
        <p:nvPr/>
      </p:nvGrpSpPr>
      <p:grpSpPr bwMode="auto">
        <a:xfrm>
          <a:off x="0" y="0"/>
          <a:ext cx="0" cy="0"/>
          <a:chOff x="0" y="0"/>
          <a:chExt cx="0" cy="0"/>
        </a:xfrm>
      </p:grpSpPr>
      <p:sp>
        <p:nvSpPr>
          <p:cNvPr id="1762677024" name="Subtitle 2"/>
          <p:cNvSpPr>
            <a:spLocks noGrp="1"/>
          </p:cNvSpPr>
          <p:nvPr>
            <p:ph type="subTitle" idx="1"/>
          </p:nvPr>
        </p:nvSpPr>
        <p:spPr bwMode="auto">
          <a:xfrm>
            <a:off x="954000" y="1890000"/>
            <a:ext cx="7200000" cy="360000"/>
          </a:xfrm>
        </p:spPr>
        <p:txBody>
          <a:bodyPr lIns="0" tIns="0" rIns="0" bIns="0">
            <a:noAutofit/>
          </a:bodyPr>
          <a:lstStyle>
            <a:lvl1pPr marL="0" indent="0" algn="l">
              <a:buNone/>
              <a:defRPr sz="3600" b="1" spc="-1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en-US"/>
              <a:t>Click to edit Master subtitle style</a:t>
            </a:r>
            <a:endParaRPr lang="en-GB"/>
          </a:p>
        </p:txBody>
      </p:sp>
      <p:sp>
        <p:nvSpPr>
          <p:cNvPr id="1535471712" name="Footer Placeholder 4"/>
          <p:cNvSpPr>
            <a:spLocks noGrp="1"/>
          </p:cNvSpPr>
          <p:nvPr>
            <p:ph type="ftr" sz="quarter" idx="11"/>
          </p:nvPr>
        </p:nvSpPr>
        <p:spPr bwMode="auto">
          <a:xfrm>
            <a:off x="965289" y="791022"/>
            <a:ext cx="7176911" cy="230832"/>
          </a:xfrm>
        </p:spPr>
        <p:txBody>
          <a:bodyPr>
            <a:noAutofit/>
          </a:bodyPr>
          <a:lstStyle>
            <a:lvl1pPr>
              <a:defRPr>
                <a:solidFill>
                  <a:srgbClr val="8F9898"/>
                </a:solidFill>
              </a:defRPr>
            </a:lvl1pPr>
          </a:lstStyle>
          <a:p>
            <a:pPr>
              <a:defRPr/>
            </a:pPr>
            <a:r>
              <a:rPr lang="en-GB"/>
              <a:t>PRESENTATION TITLE (ADD VIA INSERT, HEADER &amp; FOOTER)</a:t>
            </a:r>
            <a:endParaRPr/>
          </a:p>
        </p:txBody>
      </p:sp>
      <p:sp>
        <p:nvSpPr>
          <p:cNvPr id="1795224508" name="Slide Number Placeholder 5"/>
          <p:cNvSpPr>
            <a:spLocks noGrp="1"/>
          </p:cNvSpPr>
          <p:nvPr>
            <p:ph type="sldNum" sz="quarter" idx="12"/>
          </p:nvPr>
        </p:nvSpPr>
        <p:spPr bwMode="auto">
          <a:xfrm>
            <a:off x="10616400" y="791022"/>
            <a:ext cx="622800" cy="230832"/>
          </a:xfrm>
        </p:spPr>
        <p:txBody>
          <a:bodyPr wrap="square">
            <a:noAutofit/>
          </a:bodyPr>
          <a:lstStyle>
            <a:lvl1pPr>
              <a:defRPr>
                <a:solidFill>
                  <a:srgbClr val="8F9898"/>
                </a:solidFill>
              </a:defRPr>
            </a:lvl1pPr>
          </a:lstStyle>
          <a:p>
            <a:pPr>
              <a:defRPr/>
            </a:pPr>
            <a:fld id="{E4D355CA-84B7-41B1-B164-8BB439CC7C6B}" type="slidenum">
              <a:rPr lang="en-GB"/>
              <a:t>‹#›</a:t>
            </a:fld>
            <a:endParaRPr lang="en-GB"/>
          </a:p>
        </p:txBody>
      </p:sp>
      <p:sp>
        <p:nvSpPr>
          <p:cNvPr id="1656431756" name="Title 1"/>
          <p:cNvSpPr>
            <a:spLocks noGrp="1"/>
          </p:cNvSpPr>
          <p:nvPr>
            <p:ph type="ctrTitle" hasCustomPrompt="1"/>
          </p:nvPr>
        </p:nvSpPr>
        <p:spPr bwMode="auto">
          <a:xfrm>
            <a:off x="953999" y="2579715"/>
            <a:ext cx="10031157" cy="2160000"/>
          </a:xfrm>
        </p:spPr>
        <p:txBody>
          <a:bodyPr anchor="t" anchorCtr="0">
            <a:normAutofit/>
          </a:bodyPr>
          <a:lstStyle>
            <a:lvl1pPr algn="l">
              <a:lnSpc>
                <a:spcPts val="8000"/>
              </a:lnSpc>
              <a:defRPr sz="7500" b="1" spc="-200">
                <a:solidFill>
                  <a:schemeClr val="tx1"/>
                </a:solidFill>
              </a:defRPr>
            </a:lvl1pPr>
          </a:lstStyle>
          <a:p>
            <a:pPr>
              <a:defRPr/>
            </a:pPr>
            <a:r>
              <a:rPr lang="en-US"/>
              <a:t>Click to edit master title</a:t>
            </a:r>
            <a:endParaRPr lang="en-GB"/>
          </a:p>
        </p:txBody>
      </p:sp>
      <p:sp>
        <p:nvSpPr>
          <p:cNvPr id="175481155" name="Rectangle 9"/>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solidFill>
                <a:schemeClr val="accent1"/>
              </a:solidFill>
            </a:endParaRPr>
          </a:p>
        </p:txBody>
      </p:sp>
      <p:pic>
        <p:nvPicPr>
          <p:cNvPr id="727152653" name="Picture 10"/>
          <p:cNvPicPr>
            <a:picLocks noChangeAspect="1"/>
          </p:cNvPicPr>
          <p:nvPr userDrawn="1"/>
        </p:nvPicPr>
        <p:blipFill rotWithShape="1">
          <a:blip r:embed="rId2">
            <a:extLst>
              <a:ext uri="{96DAC541-7B7A-43D3-8B79-37D633B846F1}">
                <asvg:svgBlip xmlns:asvg="http://schemas.microsoft.com/office/drawing/2016/SVG/main" r:embed="rId3"/>
              </a:ext>
            </a:extLst>
          </a:blip>
          <a:stretch/>
        </p:blipFill>
        <p:spPr bwMode="auto">
          <a:xfrm>
            <a:off x="953998" y="5517266"/>
            <a:ext cx="2244881" cy="396903"/>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itle and Two Content">
    <p:bg>
      <p:bgPr shadeToTitle="0">
        <a:solidFill>
          <a:schemeClr val="bg1"/>
        </a:solidFill>
      </p:bgPr>
    </p:bg>
    <p:spTree>
      <p:nvGrpSpPr>
        <p:cNvPr id="1" name=""/>
        <p:cNvGrpSpPr/>
        <p:nvPr/>
      </p:nvGrpSpPr>
      <p:grpSpPr bwMode="auto">
        <a:xfrm>
          <a:off x="0" y="0"/>
          <a:ext cx="0" cy="0"/>
          <a:chOff x="0" y="0"/>
          <a:chExt cx="0" cy="0"/>
        </a:xfrm>
      </p:grpSpPr>
      <p:sp>
        <p:nvSpPr>
          <p:cNvPr id="935532468" name="Title 1"/>
          <p:cNvSpPr>
            <a:spLocks noGrp="1"/>
          </p:cNvSpPr>
          <p:nvPr>
            <p:ph type="title"/>
          </p:nvPr>
        </p:nvSpPr>
        <p:spPr bwMode="auto"/>
        <p:txBody>
          <a:bodyPr/>
          <a:lstStyle/>
          <a:p>
            <a:pPr>
              <a:defRPr/>
            </a:pPr>
            <a:r>
              <a:rPr lang="en-US"/>
              <a:t>Click to edit Master title style</a:t>
            </a:r>
            <a:endParaRPr lang="en-GB"/>
          </a:p>
        </p:txBody>
      </p:sp>
      <p:sp>
        <p:nvSpPr>
          <p:cNvPr id="1891808850" name="Content Placeholder 2"/>
          <p:cNvSpPr>
            <a:spLocks noGrp="1"/>
          </p:cNvSpPr>
          <p:nvPr>
            <p:ph sz="half" idx="1" hasCustomPrompt="1"/>
          </p:nvPr>
        </p:nvSpPr>
        <p:spPr bwMode="auto">
          <a:xfrm>
            <a:off x="973668" y="2717444"/>
            <a:ext cx="4903200" cy="3175200"/>
          </a:xfrm>
        </p:spPr>
        <p:txBody>
          <a:bodyPr vert="horz" lIns="0" tIns="0" rIns="0" bIns="0" rtlCol="0">
            <a:noAutofit/>
          </a:bodyPr>
          <a:lstStyle>
            <a:lvl1pPr>
              <a:defRPr lang="en-US" b="0">
                <a:solidFill>
                  <a:srgbClr val="203232"/>
                </a:solidFill>
              </a:defRPr>
            </a:lvl1pPr>
            <a:lvl2pPr>
              <a:defRPr lang="en-US"/>
            </a:lvl2pPr>
            <a:lvl3pPr>
              <a:defRPr lang="en-GB"/>
            </a:lvl3pPr>
            <a:lvl4pPr>
              <a:defRPr/>
            </a:lvl4pPr>
            <a:lvl5pPr>
              <a:defRPr>
                <a:solidFill>
                  <a:schemeClr val="accent4"/>
                </a:solidFill>
              </a:defRPr>
            </a:lvl5pPr>
          </a:lstStyle>
          <a:p>
            <a:pPr lvl="0">
              <a:defRPr/>
            </a:pPr>
            <a:r>
              <a:rPr lang="en-GB"/>
              <a:t>Add Text</a:t>
            </a:r>
            <a:endParaRPr/>
          </a:p>
        </p:txBody>
      </p:sp>
      <p:sp>
        <p:nvSpPr>
          <p:cNvPr id="236424916" name="Content Placeholder 3"/>
          <p:cNvSpPr>
            <a:spLocks noGrp="1"/>
          </p:cNvSpPr>
          <p:nvPr>
            <p:ph sz="half" idx="2" hasCustomPrompt="1"/>
          </p:nvPr>
        </p:nvSpPr>
        <p:spPr bwMode="auto">
          <a:xfrm>
            <a:off x="6336000" y="2717444"/>
            <a:ext cx="4456800" cy="3175200"/>
          </a:xfrm>
        </p:spPr>
        <p:txBody>
          <a:bodyPr vert="horz" lIns="0" tIns="0" rIns="0" bIns="0" rtlCol="0">
            <a:noAutofit/>
          </a:bodyPr>
          <a:lstStyle>
            <a:lvl1pPr marL="0" marR="0" indent="0" algn="l" defTabSz="914400" rtl="0">
              <a:lnSpc>
                <a:spcPts val="2880"/>
              </a:lnSpc>
              <a:spcBef>
                <a:spcPts val="0"/>
              </a:spcBef>
              <a:spcAft>
                <a:spcPts val="992"/>
              </a:spcAft>
              <a:buClrTx/>
              <a:buSzTx/>
              <a:buFont typeface="Arial"/>
              <a:buNone/>
              <a:defRPr lang="en-US" b="0">
                <a:solidFill>
                  <a:srgbClr val="203232"/>
                </a:solidFill>
              </a:defRPr>
            </a:lvl1pPr>
            <a:lvl2pPr>
              <a:defRPr lang="en-US"/>
            </a:lvl2pPr>
            <a:lvl3pPr>
              <a:defRPr lang="en-GB"/>
            </a:lvl3pPr>
            <a:lvl4pPr>
              <a:defRPr/>
            </a:lvl4pPr>
            <a:lvl5pPr>
              <a:defRPr>
                <a:solidFill>
                  <a:schemeClr val="accent4"/>
                </a:solidFill>
              </a:defRPr>
            </a:lvl5pPr>
          </a:lstStyle>
          <a:p>
            <a:pPr marL="0" marR="0" lvl="0" indent="0" algn="l" defTabSz="914400" rtl="0">
              <a:lnSpc>
                <a:spcPts val="2880"/>
              </a:lnSpc>
              <a:spcBef>
                <a:spcPts val="0"/>
              </a:spcBef>
              <a:spcAft>
                <a:spcPts val="992"/>
              </a:spcAft>
              <a:buClrTx/>
              <a:buSzTx/>
              <a:buFont typeface="Arial"/>
              <a:buNone/>
              <a:defRPr/>
            </a:pPr>
            <a:r>
              <a:rPr lang="en-GB" b="0"/>
              <a:t>Add Text</a:t>
            </a:r>
            <a:endParaRPr lang="en-GB"/>
          </a:p>
        </p:txBody>
      </p:sp>
      <p:sp>
        <p:nvSpPr>
          <p:cNvPr id="631025791" name="Footer Placeholder 5"/>
          <p:cNvSpPr>
            <a:spLocks noGrp="1"/>
          </p:cNvSpPr>
          <p:nvPr>
            <p:ph type="ftr" sz="quarter" idx="11"/>
          </p:nvPr>
        </p:nvSpPr>
        <p:spPr bwMode="auto"/>
        <p:txBody>
          <a:bodyPr/>
          <a:lstStyle/>
          <a:p>
            <a:pPr>
              <a:defRPr/>
            </a:pPr>
            <a:r>
              <a:rPr lang="en-GB"/>
              <a:t>PRESENTATION TITLE (ADD VIA INSERT, HEADER &amp; FOOTER)</a:t>
            </a:r>
            <a:endParaRPr/>
          </a:p>
        </p:txBody>
      </p:sp>
      <p:sp>
        <p:nvSpPr>
          <p:cNvPr id="564456473" name="Slide Number Placeholder 6"/>
          <p:cNvSpPr>
            <a:spLocks noGrp="1"/>
          </p:cNvSpPr>
          <p:nvPr>
            <p:ph type="sldNum" sz="quarter" idx="12"/>
          </p:nvPr>
        </p:nvSpPr>
        <p:spPr bwMode="auto"/>
        <p:txBody>
          <a:bodyPr/>
          <a:lstStyle/>
          <a:p>
            <a:pPr>
              <a:defRPr/>
            </a:pPr>
            <a:fld id="{E4D355CA-84B7-41B1-B164-8BB439CC7C6B}" type="slidenum">
              <a:rPr lang="en-GB"/>
              <a:t>‹#›</a:t>
            </a:fld>
            <a:endParaRPr lang="en-GB"/>
          </a:p>
        </p:txBody>
      </p:sp>
      <p:sp>
        <p:nvSpPr>
          <p:cNvPr id="1926674535" name="Rectangle 7"/>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solidFill>
                <a:schemeClr val="accent1"/>
              </a:solidFil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bg>
      <p:bgPr shadeToTitle="0">
        <a:solidFill>
          <a:schemeClr val="bg1"/>
        </a:solidFill>
      </p:bgPr>
    </p:bg>
    <p:spTree>
      <p:nvGrpSpPr>
        <p:cNvPr id="1" name=""/>
        <p:cNvGrpSpPr/>
        <p:nvPr/>
      </p:nvGrpSpPr>
      <p:grpSpPr bwMode="auto">
        <a:xfrm>
          <a:off x="0" y="0"/>
          <a:ext cx="0" cy="0"/>
          <a:chOff x="0" y="0"/>
          <a:chExt cx="0" cy="0"/>
        </a:xfrm>
      </p:grpSpPr>
      <p:sp>
        <p:nvSpPr>
          <p:cNvPr id="1254333161" name="Title 1"/>
          <p:cNvSpPr>
            <a:spLocks noGrp="1"/>
          </p:cNvSpPr>
          <p:nvPr>
            <p:ph type="title"/>
          </p:nvPr>
        </p:nvSpPr>
        <p:spPr bwMode="auto"/>
        <p:txBody>
          <a:bodyPr/>
          <a:lstStyle/>
          <a:p>
            <a:pPr>
              <a:defRPr/>
            </a:pPr>
            <a:r>
              <a:rPr lang="en-US"/>
              <a:t>Click to edit Master title style</a:t>
            </a:r>
            <a:endParaRPr lang="en-GB"/>
          </a:p>
        </p:txBody>
      </p:sp>
      <p:sp>
        <p:nvSpPr>
          <p:cNvPr id="1351395194" name="Content Placeholder 2"/>
          <p:cNvSpPr>
            <a:spLocks noGrp="1"/>
          </p:cNvSpPr>
          <p:nvPr>
            <p:ph idx="1" hasCustomPrompt="1"/>
          </p:nvPr>
        </p:nvSpPr>
        <p:spPr bwMode="auto">
          <a:xfrm>
            <a:off x="970139" y="2717600"/>
            <a:ext cx="10251722" cy="3175200"/>
          </a:xfrm>
        </p:spPr>
        <p:txBody>
          <a:bodyPr vert="horz" lIns="0" tIns="0" rIns="0" bIns="0" rtlCol="0">
            <a:noAutofit/>
          </a:bodyPr>
          <a:lstStyle>
            <a:lvl1pPr>
              <a:defRPr lang="en-US" b="0">
                <a:solidFill>
                  <a:srgbClr val="203232"/>
                </a:solidFill>
              </a:defRPr>
            </a:lvl1pPr>
            <a:lvl2pPr>
              <a:defRPr lang="en-US"/>
            </a:lvl2pPr>
            <a:lvl3pPr>
              <a:defRPr lang="en-GB"/>
            </a:lvl3pPr>
            <a:lvl5pPr>
              <a:defRPr>
                <a:solidFill>
                  <a:schemeClr val="accent4"/>
                </a:solidFill>
              </a:defRPr>
            </a:lvl5pPr>
          </a:lstStyle>
          <a:p>
            <a:pPr lvl="0">
              <a:defRPr/>
            </a:pPr>
            <a:r>
              <a:rPr lang="en-GB"/>
              <a:t>Add Text</a:t>
            </a:r>
            <a:endParaRPr/>
          </a:p>
        </p:txBody>
      </p:sp>
      <p:sp>
        <p:nvSpPr>
          <p:cNvPr id="709947149" name="Footer Placeholder 4"/>
          <p:cNvSpPr>
            <a:spLocks noGrp="1"/>
          </p:cNvSpPr>
          <p:nvPr>
            <p:ph type="ftr" sz="quarter" idx="11"/>
          </p:nvPr>
        </p:nvSpPr>
        <p:spPr bwMode="auto"/>
        <p:txBody>
          <a:bodyPr/>
          <a:lstStyle/>
          <a:p>
            <a:pPr>
              <a:defRPr/>
            </a:pPr>
            <a:r>
              <a:rPr lang="en-GB"/>
              <a:t>PRESENTATION TITLE (ADD VIA INSERT, HEADER &amp; FOOTER)</a:t>
            </a:r>
            <a:endParaRPr/>
          </a:p>
        </p:txBody>
      </p:sp>
      <p:sp>
        <p:nvSpPr>
          <p:cNvPr id="67124507" name="Slide Number Placeholder 5"/>
          <p:cNvSpPr>
            <a:spLocks noGrp="1"/>
          </p:cNvSpPr>
          <p:nvPr>
            <p:ph type="sldNum" sz="quarter" idx="12"/>
          </p:nvPr>
        </p:nvSpPr>
        <p:spPr bwMode="auto"/>
        <p:txBody>
          <a:bodyPr/>
          <a:lstStyle/>
          <a:p>
            <a:pPr>
              <a:defRPr/>
            </a:pPr>
            <a:fld id="{E4D355CA-84B7-41B1-B164-8BB439CC7C6B}" type="slidenum">
              <a:rPr lang="en-GB"/>
              <a:t>‹#›</a:t>
            </a:fld>
            <a:endParaRPr lang="en-GB"/>
          </a:p>
        </p:txBody>
      </p:sp>
      <p:sp>
        <p:nvSpPr>
          <p:cNvPr id="91250494" name="Rectangle 6"/>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Large">
    <p:bg>
      <p:bgPr shadeToTitle="0">
        <a:solidFill>
          <a:schemeClr val="bg1"/>
        </a:solidFill>
      </p:bgPr>
    </p:bg>
    <p:spTree>
      <p:nvGrpSpPr>
        <p:cNvPr id="1" name=""/>
        <p:cNvGrpSpPr/>
        <p:nvPr/>
      </p:nvGrpSpPr>
      <p:grpSpPr bwMode="auto">
        <a:xfrm>
          <a:off x="0" y="0"/>
          <a:ext cx="0" cy="0"/>
          <a:chOff x="0" y="0"/>
          <a:chExt cx="0" cy="0"/>
        </a:xfrm>
      </p:grpSpPr>
      <p:sp>
        <p:nvSpPr>
          <p:cNvPr id="1916507418" name="Title 1"/>
          <p:cNvSpPr>
            <a:spLocks noGrp="1"/>
          </p:cNvSpPr>
          <p:nvPr>
            <p:ph type="title" hasCustomPrompt="1"/>
          </p:nvPr>
        </p:nvSpPr>
        <p:spPr bwMode="auto">
          <a:xfrm>
            <a:off x="954000" y="775255"/>
            <a:ext cx="7361569" cy="365125"/>
          </a:xfrm>
        </p:spPr>
        <p:txBody>
          <a:bodyPr/>
          <a:lstStyle/>
          <a:p>
            <a:pPr>
              <a:defRPr/>
            </a:pPr>
            <a:r>
              <a:rPr lang="en-US"/>
              <a:t>Click to add title.</a:t>
            </a:r>
            <a:endParaRPr lang="en-GB"/>
          </a:p>
        </p:txBody>
      </p:sp>
      <p:sp>
        <p:nvSpPr>
          <p:cNvPr id="1284720221" name="Content Placeholder 2"/>
          <p:cNvSpPr>
            <a:spLocks noGrp="1"/>
          </p:cNvSpPr>
          <p:nvPr>
            <p:ph idx="1" hasCustomPrompt="1"/>
          </p:nvPr>
        </p:nvSpPr>
        <p:spPr bwMode="auto">
          <a:xfrm>
            <a:off x="970139" y="1367692"/>
            <a:ext cx="10251722" cy="4923693"/>
          </a:xfrm>
        </p:spPr>
        <p:txBody>
          <a:bodyPr vert="horz" lIns="0" tIns="0" rIns="0" bIns="0" rtlCol="0">
            <a:noAutofit/>
          </a:bodyPr>
          <a:lstStyle>
            <a:lvl1pPr>
              <a:defRPr lang="en-US" b="0">
                <a:solidFill>
                  <a:srgbClr val="203232"/>
                </a:solidFill>
              </a:defRPr>
            </a:lvl1pPr>
            <a:lvl2pPr>
              <a:defRPr lang="en-US"/>
            </a:lvl2pPr>
            <a:lvl3pPr>
              <a:defRPr lang="en-GB"/>
            </a:lvl3pPr>
            <a:lvl5pPr>
              <a:defRPr>
                <a:solidFill>
                  <a:schemeClr val="accent4"/>
                </a:solidFill>
              </a:defRPr>
            </a:lvl5pPr>
          </a:lstStyle>
          <a:p>
            <a:pPr lvl="0">
              <a:defRPr/>
            </a:pPr>
            <a:r>
              <a:rPr lang="en-GB"/>
              <a:t>Add Text</a:t>
            </a:r>
            <a:endParaRPr/>
          </a:p>
        </p:txBody>
      </p:sp>
      <p:sp>
        <p:nvSpPr>
          <p:cNvPr id="1006611073" name="Slide Number Placeholder 5"/>
          <p:cNvSpPr>
            <a:spLocks noGrp="1"/>
          </p:cNvSpPr>
          <p:nvPr>
            <p:ph type="sldNum" sz="quarter" idx="12"/>
          </p:nvPr>
        </p:nvSpPr>
        <p:spPr bwMode="auto"/>
        <p:txBody>
          <a:bodyPr/>
          <a:lstStyle/>
          <a:p>
            <a:pPr>
              <a:defRPr/>
            </a:pPr>
            <a:fld id="{E4D355CA-84B7-41B1-B164-8BB439CC7C6B}" type="slidenum">
              <a:rPr lang="en-GB"/>
              <a:t>‹#›</a:t>
            </a:fld>
            <a:endParaRPr lang="en-GB"/>
          </a:p>
        </p:txBody>
      </p:sp>
      <p:sp>
        <p:nvSpPr>
          <p:cNvPr id="957260583" name="Rectangle 6"/>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and Content Large blue">
    <p:bg>
      <p:bgPr shadeToTitle="0">
        <a:solidFill>
          <a:schemeClr val="accent1"/>
        </a:solidFill>
      </p:bgPr>
    </p:bg>
    <p:spTree>
      <p:nvGrpSpPr>
        <p:cNvPr id="1" name=""/>
        <p:cNvGrpSpPr/>
        <p:nvPr/>
      </p:nvGrpSpPr>
      <p:grpSpPr bwMode="auto">
        <a:xfrm>
          <a:off x="0" y="0"/>
          <a:ext cx="0" cy="0"/>
          <a:chOff x="0" y="0"/>
          <a:chExt cx="0" cy="0"/>
        </a:xfrm>
      </p:grpSpPr>
      <p:sp>
        <p:nvSpPr>
          <p:cNvPr id="151036482" name="Slide Number Placeholder 5"/>
          <p:cNvSpPr>
            <a:spLocks noGrp="1"/>
          </p:cNvSpPr>
          <p:nvPr>
            <p:ph type="sldNum" sz="quarter" idx="12"/>
          </p:nvPr>
        </p:nvSpPr>
        <p:spPr bwMode="auto"/>
        <p:txBody>
          <a:bodyPr/>
          <a:lstStyle>
            <a:lvl1pPr>
              <a:defRPr>
                <a:solidFill>
                  <a:schemeClr val="bg1"/>
                </a:solidFill>
              </a:defRPr>
            </a:lvl1pPr>
          </a:lstStyle>
          <a:p>
            <a:pPr>
              <a:defRPr/>
            </a:pPr>
            <a:fld id="{E4D355CA-84B7-41B1-B164-8BB439CC7C6B}" type="slidenum">
              <a:rPr lang="en-GB"/>
              <a:t>‹#›</a:t>
            </a:fld>
            <a:endParaRPr lang="en-GB"/>
          </a:p>
        </p:txBody>
      </p:sp>
      <p:sp>
        <p:nvSpPr>
          <p:cNvPr id="1666388748" name="Content Placeholder 2"/>
          <p:cNvSpPr>
            <a:spLocks noGrp="1"/>
          </p:cNvSpPr>
          <p:nvPr>
            <p:ph idx="1" hasCustomPrompt="1"/>
          </p:nvPr>
        </p:nvSpPr>
        <p:spPr bwMode="auto">
          <a:xfrm>
            <a:off x="970139" y="1367692"/>
            <a:ext cx="10251722" cy="4923693"/>
          </a:xfrm>
        </p:spPr>
        <p:txBody>
          <a:bodyPr vert="horz" lIns="0" tIns="0" rIns="0" bIns="0" rtlCol="0">
            <a:noAutofit/>
          </a:bodyPr>
          <a:lstStyle>
            <a:lvl1pPr>
              <a:defRPr lang="en-US" b="0">
                <a:solidFill>
                  <a:schemeClr val="bg1"/>
                </a:solidFill>
              </a:defRPr>
            </a:lvl1pPr>
            <a:lvl2pPr>
              <a:defRPr lang="en-US">
                <a:solidFill>
                  <a:schemeClr val="bg1"/>
                </a:solidFill>
              </a:defRPr>
            </a:lvl2pPr>
            <a:lvl3pPr>
              <a:defRPr lang="en-GB">
                <a:solidFill>
                  <a:schemeClr val="bg1"/>
                </a:solidFill>
              </a:defRPr>
            </a:lvl3pPr>
            <a:lvl4pPr>
              <a:defRPr>
                <a:solidFill>
                  <a:schemeClr val="bg1"/>
                </a:solidFill>
              </a:defRPr>
            </a:lvl4pPr>
            <a:lvl5pPr>
              <a:defRPr>
                <a:solidFill>
                  <a:schemeClr val="bg1"/>
                </a:solidFill>
              </a:defRPr>
            </a:lvl5pPr>
          </a:lstStyle>
          <a:p>
            <a:pPr lvl="0">
              <a:defRPr/>
            </a:pPr>
            <a:r>
              <a:rPr lang="en-US"/>
              <a:t>Add Text</a:t>
            </a:r>
            <a:endParaRPr lang="en-GB"/>
          </a:p>
        </p:txBody>
      </p:sp>
      <p:sp>
        <p:nvSpPr>
          <p:cNvPr id="1204547564" name="Title 1"/>
          <p:cNvSpPr>
            <a:spLocks noGrp="1"/>
          </p:cNvSpPr>
          <p:nvPr>
            <p:ph type="title" hasCustomPrompt="1"/>
          </p:nvPr>
        </p:nvSpPr>
        <p:spPr bwMode="auto">
          <a:xfrm>
            <a:off x="954000" y="775255"/>
            <a:ext cx="7361569" cy="365125"/>
          </a:xfrm>
        </p:spPr>
        <p:txBody>
          <a:bodyPr/>
          <a:lstStyle>
            <a:lvl1pPr>
              <a:defRPr>
                <a:solidFill>
                  <a:schemeClr val="bg1"/>
                </a:solidFill>
              </a:defRPr>
            </a:lvl1pPr>
          </a:lstStyle>
          <a:p>
            <a:pPr>
              <a:defRPr/>
            </a:pPr>
            <a:r>
              <a:rPr lang="en-US"/>
              <a:t>Click to add title.</a:t>
            </a:r>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 Image + Content">
    <p:bg>
      <p:bgPr shadeToTitle="0">
        <a:solidFill>
          <a:schemeClr val="bg1"/>
        </a:solidFill>
      </p:bgPr>
    </p:bg>
    <p:spTree>
      <p:nvGrpSpPr>
        <p:cNvPr id="1" name=""/>
        <p:cNvGrpSpPr/>
        <p:nvPr/>
      </p:nvGrpSpPr>
      <p:grpSpPr bwMode="auto">
        <a:xfrm>
          <a:off x="0" y="0"/>
          <a:ext cx="0" cy="0"/>
          <a:chOff x="0" y="0"/>
          <a:chExt cx="0" cy="0"/>
        </a:xfrm>
      </p:grpSpPr>
      <p:sp>
        <p:nvSpPr>
          <p:cNvPr id="724678850" name="Title 1"/>
          <p:cNvSpPr>
            <a:spLocks noGrp="1"/>
          </p:cNvSpPr>
          <p:nvPr>
            <p:ph type="title"/>
          </p:nvPr>
        </p:nvSpPr>
        <p:spPr bwMode="auto"/>
        <p:txBody>
          <a:bodyPr/>
          <a:lstStyle/>
          <a:p>
            <a:pPr>
              <a:defRPr/>
            </a:pPr>
            <a:r>
              <a:rPr lang="en-US"/>
              <a:t>Click to edit Master title style</a:t>
            </a:r>
            <a:endParaRPr lang="en-GB"/>
          </a:p>
        </p:txBody>
      </p:sp>
      <p:sp>
        <p:nvSpPr>
          <p:cNvPr id="1828563912" name="Content Placeholder 3"/>
          <p:cNvSpPr>
            <a:spLocks noGrp="1"/>
          </p:cNvSpPr>
          <p:nvPr>
            <p:ph sz="half" idx="2" hasCustomPrompt="1"/>
          </p:nvPr>
        </p:nvSpPr>
        <p:spPr bwMode="auto">
          <a:xfrm>
            <a:off x="7835952" y="2728800"/>
            <a:ext cx="2959200" cy="3164000"/>
          </a:xfrm>
        </p:spPr>
        <p:txBody>
          <a:bodyPr vert="horz" lIns="0" tIns="0" rIns="0" bIns="0" rtlCol="0">
            <a:noAutofit/>
          </a:bodyPr>
          <a:lstStyle>
            <a:lvl1pPr>
              <a:defRPr lang="en-US" b="0">
                <a:solidFill>
                  <a:srgbClr val="203232"/>
                </a:solidFill>
              </a:defRPr>
            </a:lvl1pPr>
            <a:lvl2pPr>
              <a:defRPr lang="en-US"/>
            </a:lvl2pPr>
            <a:lvl3pPr>
              <a:defRPr lang="en-US"/>
            </a:lvl3pPr>
            <a:lvl4pPr>
              <a:defRPr lang="en-GB" spc="-100"/>
            </a:lvl4pPr>
            <a:lvl5pPr>
              <a:defRPr spc="-100">
                <a:solidFill>
                  <a:schemeClr val="accent4"/>
                </a:solidFill>
              </a:defRPr>
            </a:lvl5pPr>
          </a:lstStyle>
          <a:p>
            <a:pPr lvl="0">
              <a:defRPr/>
            </a:pPr>
            <a:r>
              <a:rPr lang="en-GB" b="0"/>
              <a:t>Add Text</a:t>
            </a:r>
            <a:endParaRPr lang="en-GB"/>
          </a:p>
        </p:txBody>
      </p:sp>
      <p:sp>
        <p:nvSpPr>
          <p:cNvPr id="1197829861" name="Footer Placeholder 5"/>
          <p:cNvSpPr>
            <a:spLocks noGrp="1"/>
          </p:cNvSpPr>
          <p:nvPr>
            <p:ph type="ftr" sz="quarter" idx="11"/>
          </p:nvPr>
        </p:nvSpPr>
        <p:spPr bwMode="auto"/>
        <p:txBody>
          <a:bodyPr/>
          <a:lstStyle/>
          <a:p>
            <a:pPr>
              <a:defRPr/>
            </a:pPr>
            <a:r>
              <a:rPr lang="en-GB"/>
              <a:t>PRESENTATION TITLE (ADD VIA INSERT, HEADER &amp; FOOTER)</a:t>
            </a:r>
            <a:endParaRPr/>
          </a:p>
        </p:txBody>
      </p:sp>
      <p:sp>
        <p:nvSpPr>
          <p:cNvPr id="180640927" name="Slide Number Placeholder 6"/>
          <p:cNvSpPr>
            <a:spLocks noGrp="1"/>
          </p:cNvSpPr>
          <p:nvPr>
            <p:ph type="sldNum" sz="quarter" idx="12"/>
          </p:nvPr>
        </p:nvSpPr>
        <p:spPr bwMode="auto"/>
        <p:txBody>
          <a:bodyPr/>
          <a:lstStyle/>
          <a:p>
            <a:pPr>
              <a:defRPr/>
            </a:pPr>
            <a:fld id="{E4D355CA-84B7-41B1-B164-8BB439CC7C6B}" type="slidenum">
              <a:rPr lang="en-GB"/>
              <a:t>‹#›</a:t>
            </a:fld>
            <a:endParaRPr lang="en-GB"/>
          </a:p>
        </p:txBody>
      </p:sp>
      <p:sp>
        <p:nvSpPr>
          <p:cNvPr id="1105294533" name="Picture Placeholder 9"/>
          <p:cNvSpPr>
            <a:spLocks noGrp="1"/>
          </p:cNvSpPr>
          <p:nvPr>
            <p:ph type="pic" sz="quarter" idx="13"/>
          </p:nvPr>
        </p:nvSpPr>
        <p:spPr bwMode="auto">
          <a:xfrm>
            <a:off x="954087" y="2728913"/>
            <a:ext cx="6400800" cy="4129086"/>
          </a:xfrm>
        </p:spPr>
        <p:txBody>
          <a:bodyPr/>
          <a:lstStyle/>
          <a:p>
            <a:pPr>
              <a:defRPr/>
            </a:pPr>
            <a:endParaRPr lang="en-GB"/>
          </a:p>
        </p:txBody>
      </p:sp>
      <p:sp>
        <p:nvSpPr>
          <p:cNvPr id="266758887" name="Rectangle 10"/>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 Content + 2 Images">
    <p:bg>
      <p:bgPr shadeToTitle="0">
        <a:solidFill>
          <a:schemeClr val="bg1"/>
        </a:solidFill>
      </p:bgPr>
    </p:bg>
    <p:spTree>
      <p:nvGrpSpPr>
        <p:cNvPr id="1" name=""/>
        <p:cNvGrpSpPr/>
        <p:nvPr/>
      </p:nvGrpSpPr>
      <p:grpSpPr bwMode="auto">
        <a:xfrm>
          <a:off x="0" y="0"/>
          <a:ext cx="0" cy="0"/>
          <a:chOff x="0" y="0"/>
          <a:chExt cx="0" cy="0"/>
        </a:xfrm>
      </p:grpSpPr>
      <p:sp>
        <p:nvSpPr>
          <p:cNvPr id="7272745" name="Title 1"/>
          <p:cNvSpPr>
            <a:spLocks noGrp="1"/>
          </p:cNvSpPr>
          <p:nvPr>
            <p:ph type="title"/>
          </p:nvPr>
        </p:nvSpPr>
        <p:spPr bwMode="auto"/>
        <p:txBody>
          <a:bodyPr/>
          <a:lstStyle/>
          <a:p>
            <a:pPr>
              <a:defRPr/>
            </a:pPr>
            <a:r>
              <a:rPr lang="en-US"/>
              <a:t>Click to edit Master title style</a:t>
            </a:r>
            <a:endParaRPr lang="en-GB"/>
          </a:p>
        </p:txBody>
      </p:sp>
      <p:sp>
        <p:nvSpPr>
          <p:cNvPr id="580668334" name="Footer Placeholder 5"/>
          <p:cNvSpPr>
            <a:spLocks noGrp="1"/>
          </p:cNvSpPr>
          <p:nvPr>
            <p:ph type="ftr" sz="quarter" idx="11"/>
          </p:nvPr>
        </p:nvSpPr>
        <p:spPr bwMode="auto"/>
        <p:txBody>
          <a:bodyPr/>
          <a:lstStyle/>
          <a:p>
            <a:pPr>
              <a:defRPr/>
            </a:pPr>
            <a:r>
              <a:rPr lang="en-GB"/>
              <a:t>PRESENTATION TITLE (ADD VIA INSERT, HEADER &amp; FOOTER)</a:t>
            </a:r>
            <a:endParaRPr/>
          </a:p>
        </p:txBody>
      </p:sp>
      <p:sp>
        <p:nvSpPr>
          <p:cNvPr id="514245853" name="Slide Number Placeholder 6"/>
          <p:cNvSpPr>
            <a:spLocks noGrp="1"/>
          </p:cNvSpPr>
          <p:nvPr>
            <p:ph type="sldNum" sz="quarter" idx="12"/>
          </p:nvPr>
        </p:nvSpPr>
        <p:spPr bwMode="auto"/>
        <p:txBody>
          <a:bodyPr/>
          <a:lstStyle/>
          <a:p>
            <a:pPr>
              <a:defRPr/>
            </a:pPr>
            <a:fld id="{E4D355CA-84B7-41B1-B164-8BB439CC7C6B}" type="slidenum">
              <a:rPr lang="en-GB"/>
              <a:t>‹#›</a:t>
            </a:fld>
            <a:endParaRPr lang="en-GB"/>
          </a:p>
        </p:txBody>
      </p:sp>
      <p:sp>
        <p:nvSpPr>
          <p:cNvPr id="1769132719" name="Rectangle 7"/>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p>
        </p:txBody>
      </p:sp>
      <p:sp>
        <p:nvSpPr>
          <p:cNvPr id="266337102" name="Content Placeholder 9"/>
          <p:cNvSpPr>
            <a:spLocks noGrp="1"/>
          </p:cNvSpPr>
          <p:nvPr>
            <p:ph sz="quarter" idx="13" hasCustomPrompt="1"/>
          </p:nvPr>
        </p:nvSpPr>
        <p:spPr bwMode="auto">
          <a:xfrm>
            <a:off x="953999" y="2728800"/>
            <a:ext cx="2959199" cy="3164000"/>
          </a:xfrm>
        </p:spPr>
        <p:txBody>
          <a:bodyPr vert="horz" lIns="0" tIns="0" rIns="0" bIns="0" rtlCol="0">
            <a:noAutofit/>
          </a:bodyPr>
          <a:lstStyle>
            <a:lvl1pPr>
              <a:defRPr lang="en-US" b="0">
                <a:solidFill>
                  <a:srgbClr val="203232"/>
                </a:solidFill>
              </a:defRPr>
            </a:lvl1pPr>
            <a:lvl2pPr>
              <a:defRPr lang="en-US"/>
            </a:lvl2pPr>
            <a:lvl3pPr>
              <a:defRPr lang="en-US"/>
            </a:lvl3pPr>
            <a:lvl4pPr>
              <a:defRPr lang="en-US"/>
            </a:lvl4pPr>
            <a:lvl5pPr>
              <a:defRPr lang="en-GB">
                <a:solidFill>
                  <a:schemeClr val="accent4"/>
                </a:solidFill>
              </a:defRPr>
            </a:lvl5pPr>
          </a:lstStyle>
          <a:p>
            <a:pPr lvl="0">
              <a:defRPr/>
            </a:pPr>
            <a:r>
              <a:rPr lang="en-GB" b="0"/>
              <a:t>Add Text</a:t>
            </a:r>
            <a:endParaRPr lang="en-GB"/>
          </a:p>
        </p:txBody>
      </p:sp>
      <p:sp>
        <p:nvSpPr>
          <p:cNvPr id="367804434" name="Content Placeholder 9"/>
          <p:cNvSpPr>
            <a:spLocks noGrp="1"/>
          </p:cNvSpPr>
          <p:nvPr>
            <p:ph sz="quarter" idx="14" hasCustomPrompt="1"/>
          </p:nvPr>
        </p:nvSpPr>
        <p:spPr bwMode="auto">
          <a:xfrm>
            <a:off x="8278803" y="2728800"/>
            <a:ext cx="2959199" cy="3164000"/>
          </a:xfrm>
        </p:spPr>
        <p:txBody>
          <a:bodyPr vert="horz" lIns="0" tIns="0" rIns="0" bIns="0" rtlCol="0">
            <a:noAutofit/>
          </a:bodyPr>
          <a:lstStyle>
            <a:lvl1pPr>
              <a:defRPr lang="en-US" b="0">
                <a:solidFill>
                  <a:srgbClr val="203232"/>
                </a:solidFill>
              </a:defRPr>
            </a:lvl1pPr>
            <a:lvl2pPr>
              <a:defRPr lang="en-US"/>
            </a:lvl2pPr>
            <a:lvl3pPr>
              <a:defRPr lang="en-US"/>
            </a:lvl3pPr>
            <a:lvl4pPr>
              <a:defRPr lang="en-US"/>
            </a:lvl4pPr>
            <a:lvl5pPr>
              <a:defRPr lang="en-GB">
                <a:solidFill>
                  <a:schemeClr val="accent4"/>
                </a:solidFill>
              </a:defRPr>
            </a:lvl5pPr>
          </a:lstStyle>
          <a:p>
            <a:pPr lvl="0">
              <a:defRPr/>
            </a:pPr>
            <a:r>
              <a:rPr lang="en-GB" b="0"/>
              <a:t>Add Text</a:t>
            </a:r>
            <a:endParaRPr lang="en-GB"/>
          </a:p>
        </p:txBody>
      </p:sp>
      <p:sp>
        <p:nvSpPr>
          <p:cNvPr id="1407815692" name="Content Placeholder 9"/>
          <p:cNvSpPr>
            <a:spLocks noGrp="1"/>
          </p:cNvSpPr>
          <p:nvPr>
            <p:ph sz="quarter" idx="15" hasCustomPrompt="1"/>
          </p:nvPr>
        </p:nvSpPr>
        <p:spPr bwMode="auto">
          <a:xfrm>
            <a:off x="4613975" y="2728800"/>
            <a:ext cx="2959199" cy="3164000"/>
          </a:xfrm>
        </p:spPr>
        <p:txBody>
          <a:bodyPr vert="horz" lIns="0" tIns="0" rIns="0" bIns="0" rtlCol="0">
            <a:noAutofit/>
          </a:bodyPr>
          <a:lstStyle>
            <a:lvl1pPr>
              <a:defRPr lang="en-US" b="0">
                <a:solidFill>
                  <a:srgbClr val="203232"/>
                </a:solidFill>
              </a:defRPr>
            </a:lvl1pPr>
            <a:lvl2pPr>
              <a:defRPr lang="en-US"/>
            </a:lvl2pPr>
            <a:lvl3pPr>
              <a:defRPr lang="en-US"/>
            </a:lvl3pPr>
            <a:lvl4pPr>
              <a:defRPr lang="en-US"/>
            </a:lvl4pPr>
            <a:lvl5pPr>
              <a:defRPr lang="en-GB">
                <a:solidFill>
                  <a:schemeClr val="accent4"/>
                </a:solidFill>
              </a:defRPr>
            </a:lvl5pPr>
          </a:lstStyle>
          <a:p>
            <a:pPr lvl="0">
              <a:defRPr/>
            </a:pPr>
            <a:r>
              <a:rPr lang="en-GB" b="0"/>
              <a:t>Add Text</a:t>
            </a:r>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 Bleed Image">
    <p:bg>
      <p:bgPr shadeToTitle="0">
        <a:solidFill>
          <a:schemeClr val="accent1"/>
        </a:solidFill>
      </p:bgPr>
    </p:bg>
    <p:spTree>
      <p:nvGrpSpPr>
        <p:cNvPr id="1" name=""/>
        <p:cNvGrpSpPr/>
        <p:nvPr/>
      </p:nvGrpSpPr>
      <p:grpSpPr bwMode="auto">
        <a:xfrm>
          <a:off x="0" y="0"/>
          <a:ext cx="0" cy="0"/>
          <a:chOff x="0" y="0"/>
          <a:chExt cx="0" cy="0"/>
        </a:xfrm>
      </p:grpSpPr>
      <p:sp>
        <p:nvSpPr>
          <p:cNvPr id="716360304" name="Picture Placeholder 2"/>
          <p:cNvSpPr>
            <a:spLocks noGrp="1"/>
          </p:cNvSpPr>
          <p:nvPr>
            <p:ph type="pic" sz="quarter" idx="10" hasCustomPrompt="1"/>
          </p:nvPr>
        </p:nvSpPr>
        <p:spPr bwMode="auto">
          <a:xfrm>
            <a:off x="0" y="0"/>
            <a:ext cx="12192000" cy="6858000"/>
          </a:xfrm>
        </p:spPr>
        <p:txBody>
          <a:bodyPr/>
          <a:lstStyle>
            <a:lvl1pPr>
              <a:defRPr>
                <a:solidFill>
                  <a:schemeClr val="bg1"/>
                </a:solidFill>
              </a:defRPr>
            </a:lvl1pPr>
          </a:lstStyle>
          <a:p>
            <a:pPr>
              <a:defRPr/>
            </a:pPr>
            <a:r>
              <a:rPr lang="en-US"/>
              <a:t>Picture</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Video">
    <p:bg>
      <p:bgPr shadeToTitle="0">
        <a:solidFill>
          <a:schemeClr val="accent1"/>
        </a:solidFill>
      </p:bgPr>
    </p:bg>
    <p:spTree>
      <p:nvGrpSpPr>
        <p:cNvPr id="1" name=""/>
        <p:cNvGrpSpPr/>
        <p:nvPr/>
      </p:nvGrpSpPr>
      <p:grpSpPr bwMode="auto">
        <a:xfrm>
          <a:off x="0" y="0"/>
          <a:ext cx="0" cy="0"/>
          <a:chOff x="0" y="0"/>
          <a:chExt cx="0" cy="0"/>
        </a:xfrm>
      </p:grpSpPr>
      <p:sp>
        <p:nvSpPr>
          <p:cNvPr id="18797851" name="Media Placeholder 8"/>
          <p:cNvSpPr>
            <a:spLocks noGrp="1"/>
          </p:cNvSpPr>
          <p:nvPr>
            <p:ph type="media" sz="quarter" idx="10"/>
          </p:nvPr>
        </p:nvSpPr>
        <p:spPr bwMode="auto">
          <a:xfrm>
            <a:off x="140400" y="140400"/>
            <a:ext cx="11916000" cy="6580800"/>
          </a:xfrm>
          <a:prstGeom prst="rect">
            <a:avLst/>
          </a:prstGeom>
          <a:solidFill>
            <a:schemeClr val="bg1"/>
          </a:solidFill>
        </p:spPr>
        <p:txBody>
          <a:bodyPr/>
          <a:lstStyle/>
          <a:p>
            <a:pPr>
              <a:defRPr/>
            </a:pPr>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0" userDrawn="1">
  <p:cSld name="Icons and text">
    <p:bg>
      <p:bgPr shadeToTitle="0">
        <a:solidFill>
          <a:schemeClr val="bg1"/>
        </a:solidFill>
      </p:bgPr>
    </p:bg>
    <p:spTree>
      <p:nvGrpSpPr>
        <p:cNvPr id="1" name=""/>
        <p:cNvGrpSpPr/>
        <p:nvPr/>
      </p:nvGrpSpPr>
      <p:grpSpPr bwMode="auto">
        <a:xfrm>
          <a:off x="0" y="0"/>
          <a:ext cx="0" cy="0"/>
          <a:chOff x="0" y="0"/>
          <a:chExt cx="0" cy="0"/>
        </a:xfrm>
      </p:grpSpPr>
      <p:sp>
        <p:nvSpPr>
          <p:cNvPr id="468513881" name="Footer Placeholder 4"/>
          <p:cNvSpPr>
            <a:spLocks noGrp="1"/>
          </p:cNvSpPr>
          <p:nvPr>
            <p:ph type="ftr" sz="quarter" idx="11"/>
          </p:nvPr>
        </p:nvSpPr>
        <p:spPr bwMode="auto"/>
        <p:txBody>
          <a:bodyPr/>
          <a:lstStyle/>
          <a:p>
            <a:pPr>
              <a:defRPr/>
            </a:pPr>
            <a:r>
              <a:rPr lang="en-GB"/>
              <a:t>PRESENTATION TITLE (ADD VIA INSERT, HEADER &amp; FOOTER)</a:t>
            </a:r>
            <a:endParaRPr/>
          </a:p>
        </p:txBody>
      </p:sp>
      <p:sp>
        <p:nvSpPr>
          <p:cNvPr id="1540484548" name="Slide Number Placeholder 5"/>
          <p:cNvSpPr>
            <a:spLocks noGrp="1"/>
          </p:cNvSpPr>
          <p:nvPr>
            <p:ph type="sldNum" sz="quarter" idx="12"/>
          </p:nvPr>
        </p:nvSpPr>
        <p:spPr bwMode="auto"/>
        <p:txBody>
          <a:bodyPr/>
          <a:lstStyle/>
          <a:p>
            <a:pPr>
              <a:defRPr/>
            </a:pPr>
            <a:fld id="{E4D355CA-84B7-41B1-B164-8BB439CC7C6B}" type="slidenum">
              <a:rPr lang="en-GB"/>
              <a:t>‹#›</a:t>
            </a:fld>
            <a:endParaRPr lang="en-GB"/>
          </a:p>
        </p:txBody>
      </p:sp>
      <p:sp>
        <p:nvSpPr>
          <p:cNvPr id="742942490" name="Rectangle 6"/>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p>
        </p:txBody>
      </p:sp>
      <p:sp>
        <p:nvSpPr>
          <p:cNvPr id="18100871" name="Content Placeholder 2"/>
          <p:cNvSpPr>
            <a:spLocks noGrp="1"/>
          </p:cNvSpPr>
          <p:nvPr>
            <p:ph idx="18" hasCustomPrompt="1"/>
          </p:nvPr>
        </p:nvSpPr>
        <p:spPr bwMode="auto">
          <a:xfrm>
            <a:off x="970139" y="4079342"/>
            <a:ext cx="3144661" cy="2252134"/>
          </a:xfrm>
        </p:spPr>
        <p:txBody>
          <a:bodyPr vert="horz" lIns="0" tIns="0" rIns="0" bIns="0" rtlCol="0">
            <a:noAutofit/>
          </a:bodyPr>
          <a:lstStyle>
            <a:lvl1pPr>
              <a:defRPr lang="en-US" b="0">
                <a:solidFill>
                  <a:srgbClr val="203232"/>
                </a:solidFill>
              </a:defRPr>
            </a:lvl1pPr>
            <a:lvl2pPr>
              <a:defRPr lang="en-US"/>
            </a:lvl2pPr>
            <a:lvl3pPr>
              <a:defRPr lang="en-GB"/>
            </a:lvl3pPr>
            <a:lvl5pPr>
              <a:defRPr>
                <a:solidFill>
                  <a:schemeClr val="accent4"/>
                </a:solidFill>
              </a:defRPr>
            </a:lvl5pPr>
          </a:lstStyle>
          <a:p>
            <a:pPr lvl="0">
              <a:defRPr/>
            </a:pPr>
            <a:r>
              <a:rPr lang="en-GB"/>
              <a:t>Add Text</a:t>
            </a:r>
            <a:endParaRPr/>
          </a:p>
        </p:txBody>
      </p:sp>
      <p:sp>
        <p:nvSpPr>
          <p:cNvPr id="1530985389" name="Content Placeholder 2"/>
          <p:cNvSpPr>
            <a:spLocks noGrp="1"/>
          </p:cNvSpPr>
          <p:nvPr>
            <p:ph idx="19" hasCustomPrompt="1"/>
          </p:nvPr>
        </p:nvSpPr>
        <p:spPr bwMode="auto">
          <a:xfrm>
            <a:off x="8077200" y="4062209"/>
            <a:ext cx="3144661" cy="2252134"/>
          </a:xfrm>
        </p:spPr>
        <p:txBody>
          <a:bodyPr vert="horz" lIns="0" tIns="0" rIns="0" bIns="0" rtlCol="0">
            <a:noAutofit/>
          </a:bodyPr>
          <a:lstStyle>
            <a:lvl1pPr marL="0" marR="0" indent="0" algn="l" defTabSz="914400" rtl="0">
              <a:lnSpc>
                <a:spcPts val="2880"/>
              </a:lnSpc>
              <a:spcBef>
                <a:spcPts val="0"/>
              </a:spcBef>
              <a:spcAft>
                <a:spcPts val="992"/>
              </a:spcAft>
              <a:buClrTx/>
              <a:buSzTx/>
              <a:buFont typeface="Arial"/>
              <a:buNone/>
              <a:defRPr lang="en-US" b="0">
                <a:solidFill>
                  <a:srgbClr val="203232"/>
                </a:solidFill>
              </a:defRPr>
            </a:lvl1pPr>
            <a:lvl2pPr>
              <a:defRPr lang="en-US"/>
            </a:lvl2pPr>
            <a:lvl3pPr>
              <a:defRPr lang="en-GB"/>
            </a:lvl3pPr>
            <a:lvl5pPr>
              <a:defRPr>
                <a:solidFill>
                  <a:schemeClr val="accent4"/>
                </a:solidFill>
              </a:defRPr>
            </a:lvl5pPr>
          </a:lstStyle>
          <a:p>
            <a:pPr marL="0" marR="0" lvl="0" indent="0" algn="l" defTabSz="914400" rtl="0">
              <a:lnSpc>
                <a:spcPts val="2880"/>
              </a:lnSpc>
              <a:spcBef>
                <a:spcPts val="0"/>
              </a:spcBef>
              <a:spcAft>
                <a:spcPts val="992"/>
              </a:spcAft>
              <a:buClrTx/>
              <a:buSzTx/>
              <a:buFont typeface="Arial"/>
              <a:buNone/>
              <a:defRPr/>
            </a:pPr>
            <a:r>
              <a:rPr lang="en-GB"/>
              <a:t>Add </a:t>
            </a:r>
            <a:r>
              <a:rPr lang="en-US"/>
              <a:t>Text</a:t>
            </a:r>
            <a:endParaRPr lang="en-GB"/>
          </a:p>
        </p:txBody>
      </p:sp>
      <p:sp>
        <p:nvSpPr>
          <p:cNvPr id="443190490" name="Content Placeholder 2"/>
          <p:cNvSpPr>
            <a:spLocks noGrp="1"/>
          </p:cNvSpPr>
          <p:nvPr>
            <p:ph idx="20" hasCustomPrompt="1"/>
          </p:nvPr>
        </p:nvSpPr>
        <p:spPr bwMode="auto">
          <a:xfrm>
            <a:off x="4523669" y="4062209"/>
            <a:ext cx="3144661" cy="2252134"/>
          </a:xfrm>
        </p:spPr>
        <p:txBody>
          <a:bodyPr vert="horz" lIns="0" tIns="0" rIns="0" bIns="0" rtlCol="0">
            <a:noAutofit/>
          </a:bodyPr>
          <a:lstStyle>
            <a:lvl1pPr marL="0" marR="0" indent="0" algn="l" defTabSz="914400" rtl="0">
              <a:lnSpc>
                <a:spcPts val="2880"/>
              </a:lnSpc>
              <a:spcBef>
                <a:spcPts val="0"/>
              </a:spcBef>
              <a:spcAft>
                <a:spcPts val="992"/>
              </a:spcAft>
              <a:buClrTx/>
              <a:buSzTx/>
              <a:buFont typeface="Arial"/>
              <a:buNone/>
              <a:defRPr lang="en-US" b="0">
                <a:solidFill>
                  <a:srgbClr val="203232"/>
                </a:solidFill>
              </a:defRPr>
            </a:lvl1pPr>
            <a:lvl2pPr>
              <a:defRPr lang="en-US"/>
            </a:lvl2pPr>
            <a:lvl3pPr>
              <a:defRPr lang="en-GB"/>
            </a:lvl3pPr>
            <a:lvl5pPr>
              <a:defRPr>
                <a:solidFill>
                  <a:schemeClr val="accent4"/>
                </a:solidFill>
              </a:defRPr>
            </a:lvl5pPr>
          </a:lstStyle>
          <a:p>
            <a:pPr marL="0" marR="0" lvl="0" indent="0" algn="l" defTabSz="914400" rtl="0">
              <a:lnSpc>
                <a:spcPts val="2880"/>
              </a:lnSpc>
              <a:spcBef>
                <a:spcPts val="0"/>
              </a:spcBef>
              <a:spcAft>
                <a:spcPts val="992"/>
              </a:spcAft>
              <a:buClrTx/>
              <a:buSzTx/>
              <a:buFont typeface="Arial"/>
              <a:buNone/>
              <a:defRPr/>
            </a:pPr>
            <a:r>
              <a:rPr lang="en-GB"/>
              <a:t>Add </a:t>
            </a:r>
            <a:r>
              <a:rPr lang="en-US"/>
              <a:t>Text</a:t>
            </a:r>
            <a:endParaRPr/>
          </a:p>
        </p:txBody>
      </p:sp>
      <p:sp>
        <p:nvSpPr>
          <p:cNvPr id="210661199" name="Picture Placeholder 7"/>
          <p:cNvSpPr>
            <a:spLocks noGrp="1"/>
          </p:cNvSpPr>
          <p:nvPr>
            <p:ph type="pic" sz="quarter" idx="23"/>
          </p:nvPr>
        </p:nvSpPr>
        <p:spPr bwMode="auto">
          <a:xfrm>
            <a:off x="1462175" y="1640942"/>
            <a:ext cx="2160587" cy="2160588"/>
          </a:xfrm>
        </p:spPr>
        <p:txBody>
          <a:bodyPr/>
          <a:lstStyle/>
          <a:p>
            <a:pPr>
              <a:defRPr/>
            </a:pPr>
            <a:endParaRPr lang="en-US"/>
          </a:p>
        </p:txBody>
      </p:sp>
      <p:sp>
        <p:nvSpPr>
          <p:cNvPr id="1422167108" name="Picture Placeholder 7"/>
          <p:cNvSpPr>
            <a:spLocks noGrp="1"/>
          </p:cNvSpPr>
          <p:nvPr>
            <p:ph type="pic" sz="quarter" idx="24"/>
          </p:nvPr>
        </p:nvSpPr>
        <p:spPr bwMode="auto">
          <a:xfrm>
            <a:off x="5015705" y="1640942"/>
            <a:ext cx="2160587" cy="2160588"/>
          </a:xfrm>
        </p:spPr>
        <p:txBody>
          <a:bodyPr/>
          <a:lstStyle/>
          <a:p>
            <a:pPr>
              <a:defRPr/>
            </a:pPr>
            <a:endParaRPr lang="en-US"/>
          </a:p>
        </p:txBody>
      </p:sp>
      <p:sp>
        <p:nvSpPr>
          <p:cNvPr id="2111411619" name="Picture Placeholder 7"/>
          <p:cNvSpPr>
            <a:spLocks noGrp="1"/>
          </p:cNvSpPr>
          <p:nvPr>
            <p:ph type="pic" sz="quarter" idx="25"/>
          </p:nvPr>
        </p:nvSpPr>
        <p:spPr bwMode="auto">
          <a:xfrm>
            <a:off x="8569236" y="1640942"/>
            <a:ext cx="2160587" cy="2160588"/>
          </a:xfrm>
        </p:spPr>
        <p:txBody>
          <a:bodyPr/>
          <a:lstStyle/>
          <a:p>
            <a:pPr>
              <a:defRPr/>
            </a:pP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nd page">
    <p:bg>
      <p:bgPr shadeToTitle="0">
        <a:solidFill>
          <a:schemeClr val="accent1"/>
        </a:solidFill>
      </p:bgPr>
    </p:bg>
    <p:spTree>
      <p:nvGrpSpPr>
        <p:cNvPr id="1" name=""/>
        <p:cNvGrpSpPr/>
        <p:nvPr/>
      </p:nvGrpSpPr>
      <p:grpSpPr bwMode="auto">
        <a:xfrm>
          <a:off x="0" y="0"/>
          <a:ext cx="0" cy="0"/>
          <a:chOff x="0" y="0"/>
          <a:chExt cx="0" cy="0"/>
        </a:xfrm>
      </p:grpSpPr>
      <p:pic>
        <p:nvPicPr>
          <p:cNvPr id="541711759" name="Picture 6"/>
          <p:cNvPicPr>
            <a:picLocks noChangeAspect="1"/>
          </p:cNvPicPr>
          <p:nvPr userDrawn="1"/>
        </p:nvPicPr>
        <p:blipFill rotWithShape="1">
          <a:blip r:embed="rId2"/>
          <a:stretch/>
        </p:blipFill>
        <p:spPr bwMode="auto">
          <a:xfrm>
            <a:off x="954002" y="5511600"/>
            <a:ext cx="2242795" cy="397958"/>
          </a:xfrm>
          <a:prstGeom prst="rect">
            <a:avLst/>
          </a:prstGeom>
        </p:spPr>
      </p:pic>
      <p:sp>
        <p:nvSpPr>
          <p:cNvPr id="1069042975" name="Title 1"/>
          <p:cNvSpPr>
            <a:spLocks noGrp="1"/>
          </p:cNvSpPr>
          <p:nvPr>
            <p:ph type="ctrTitle"/>
          </p:nvPr>
        </p:nvSpPr>
        <p:spPr bwMode="auto">
          <a:xfrm>
            <a:off x="926843" y="1964352"/>
            <a:ext cx="11828559" cy="1051570"/>
          </a:xfrm>
        </p:spPr>
        <p:txBody>
          <a:bodyPr vert="horz" wrap="none" lIns="0" tIns="0" rIns="0" bIns="0" rtlCol="0" anchor="t" anchorCtr="0">
            <a:noAutofit/>
          </a:bodyPr>
          <a:lstStyle>
            <a:lvl1pPr>
              <a:lnSpc>
                <a:spcPct val="100000"/>
              </a:lnSpc>
              <a:defRPr lang="en-GB" sz="7400" spc="-300">
                <a:solidFill>
                  <a:schemeClr val="bg1"/>
                </a:solidFill>
              </a:defRPr>
            </a:lvl1pPr>
          </a:lstStyle>
          <a:p>
            <a:pPr lvl="0">
              <a:lnSpc>
                <a:spcPts val="8186"/>
              </a:lnSpc>
              <a:defRPr/>
            </a:pPr>
            <a:r>
              <a:rPr lang="en-US"/>
              <a:t>Click to edit Master title style</a:t>
            </a:r>
            <a:endParaRPr lang="en-GB"/>
          </a:p>
        </p:txBody>
      </p:sp>
      <p:sp>
        <p:nvSpPr>
          <p:cNvPr id="230782695" name="Footer Placeholder 4"/>
          <p:cNvSpPr>
            <a:spLocks noGrp="1"/>
          </p:cNvSpPr>
          <p:nvPr>
            <p:ph type="ftr" sz="quarter" idx="11"/>
          </p:nvPr>
        </p:nvSpPr>
        <p:spPr bwMode="auto">
          <a:xfrm>
            <a:off x="965289" y="779733"/>
            <a:ext cx="7176911" cy="230832"/>
          </a:xfrm>
        </p:spPr>
        <p:txBody>
          <a:bodyPr>
            <a:noAutofit/>
          </a:bodyPr>
          <a:lstStyle>
            <a:lvl1pPr>
              <a:defRPr>
                <a:solidFill>
                  <a:schemeClr val="bg1"/>
                </a:solidFill>
              </a:defRPr>
            </a:lvl1pPr>
          </a:lstStyle>
          <a:p>
            <a:pPr>
              <a:defRPr/>
            </a:pPr>
            <a:r>
              <a:rPr lang="en-GB"/>
              <a:t>PRESENTATION TITLE (ADD VIA INSERT, HEADER &amp; FOOTER)</a:t>
            </a:r>
            <a:endParaRPr lang="en-GB">
              <a:solidFill>
                <a:schemeClr val="bg1"/>
              </a:solidFill>
            </a:endParaRPr>
          </a:p>
        </p:txBody>
      </p:sp>
      <p:sp>
        <p:nvSpPr>
          <p:cNvPr id="590883985" name="Slide Number Placeholder 5"/>
          <p:cNvSpPr>
            <a:spLocks noGrp="1"/>
          </p:cNvSpPr>
          <p:nvPr>
            <p:ph type="sldNum" sz="quarter" idx="12"/>
          </p:nvPr>
        </p:nvSpPr>
        <p:spPr bwMode="auto">
          <a:xfrm>
            <a:off x="10616400" y="779733"/>
            <a:ext cx="622800" cy="230832"/>
          </a:xfrm>
        </p:spPr>
        <p:txBody>
          <a:bodyPr wrap="square">
            <a:noAutofit/>
          </a:bodyPr>
          <a:lstStyle>
            <a:lvl1pPr>
              <a:defRPr>
                <a:solidFill>
                  <a:schemeClr val="bg1"/>
                </a:solidFill>
              </a:defRPr>
            </a:lvl1pPr>
          </a:lstStyle>
          <a:p>
            <a:pPr>
              <a:defRPr/>
            </a:pPr>
            <a:fld id="{E4D355CA-84B7-41B1-B164-8BB439CC7C6B}" type="slidenum">
              <a:rPr lang="en-GB"/>
              <a:t>‹#›</a:t>
            </a:fld>
            <a:endParaRPr lang="en-GB"/>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665594479" name="Title Placeholder 1"/>
          <p:cNvSpPr>
            <a:spLocks noGrp="1"/>
          </p:cNvSpPr>
          <p:nvPr>
            <p:ph type="title"/>
          </p:nvPr>
        </p:nvSpPr>
        <p:spPr bwMode="auto">
          <a:xfrm>
            <a:off x="954000" y="1890000"/>
            <a:ext cx="10279150" cy="365125"/>
          </a:xfrm>
          <a:prstGeom prst="rect">
            <a:avLst/>
          </a:prstGeom>
        </p:spPr>
        <p:txBody>
          <a:bodyPr vert="horz" lIns="0" tIns="0" rIns="0" bIns="0" rtlCol="0" anchor="t" anchorCtr="0">
            <a:noAutofit/>
          </a:bodyPr>
          <a:lstStyle/>
          <a:p>
            <a:pPr>
              <a:defRPr/>
            </a:pPr>
            <a:r>
              <a:rPr lang="en-US"/>
              <a:t>Click to edit Master title style</a:t>
            </a:r>
            <a:endParaRPr lang="en-GB"/>
          </a:p>
        </p:txBody>
      </p:sp>
      <p:sp>
        <p:nvSpPr>
          <p:cNvPr id="559933304" name="Text Placeholder 2"/>
          <p:cNvSpPr>
            <a:spLocks noGrp="1"/>
          </p:cNvSpPr>
          <p:nvPr>
            <p:ph type="body" idx="1"/>
          </p:nvPr>
        </p:nvSpPr>
        <p:spPr bwMode="auto">
          <a:xfrm>
            <a:off x="970139" y="2717600"/>
            <a:ext cx="10279150" cy="3175200"/>
          </a:xfrm>
          <a:prstGeom prst="rect">
            <a:avLst/>
          </a:prstGeom>
        </p:spPr>
        <p:txBody>
          <a:bodyPr vert="horz" lIns="0" tIns="0" rIns="0" bIns="0" rtlCol="0">
            <a:no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GB"/>
              <a:t>Fourth level</a:t>
            </a:r>
            <a:endParaRPr/>
          </a:p>
          <a:p>
            <a:pPr lvl="4">
              <a:defRPr/>
            </a:pPr>
            <a:r>
              <a:rPr lang="en-GB" b="1"/>
              <a:t>Fifth level</a:t>
            </a:r>
            <a:endParaRPr lang="en-GB"/>
          </a:p>
        </p:txBody>
      </p:sp>
      <p:sp>
        <p:nvSpPr>
          <p:cNvPr id="462023361" name="Footer Placeholder 4"/>
          <p:cNvSpPr>
            <a:spLocks noGrp="1"/>
          </p:cNvSpPr>
          <p:nvPr>
            <p:ph type="ftr" sz="quarter" idx="3"/>
          </p:nvPr>
        </p:nvSpPr>
        <p:spPr bwMode="auto">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pPr>
              <a:defRPr/>
            </a:pPr>
            <a:r>
              <a:rPr lang="en-GB"/>
              <a:t>PRESENTATION TITLE (ADD VIA INSERT, HEADER &amp; FOOTER)</a:t>
            </a:r>
            <a:endParaRPr/>
          </a:p>
        </p:txBody>
      </p:sp>
      <p:sp>
        <p:nvSpPr>
          <p:cNvPr id="1924336690" name="Slide Number Placeholder 5"/>
          <p:cNvSpPr>
            <a:spLocks noGrp="1"/>
          </p:cNvSpPr>
          <p:nvPr>
            <p:ph type="sldNum" sz="quarter" idx="4"/>
          </p:nvPr>
        </p:nvSpPr>
        <p:spPr bwMode="auto">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pPr>
              <a:defRPr/>
            </a:pPr>
            <a:fld id="{E4D355CA-84B7-41B1-B164-8BB439CC7C6B}" type="slidenum">
              <a:rPr lang="en-GB"/>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dt="0" ftr="1" hdr="0" sldNum="1"/>
  <p:txStyles>
    <p:titleStyle>
      <a:lvl1pPr algn="l" defTabSz="914400" rtl="0">
        <a:lnSpc>
          <a:spcPts val="3600"/>
        </a:lnSpc>
        <a:spcBef>
          <a:spcPts val="0"/>
        </a:spcBef>
        <a:buNone/>
        <a:defRPr sz="3600" b="1" spc="-100">
          <a:solidFill>
            <a:srgbClr val="203232"/>
          </a:solidFill>
          <a:latin typeface="+mj-lt"/>
          <a:ea typeface="+mj-ea"/>
          <a:cs typeface="+mj-cs"/>
        </a:defRPr>
      </a:lvl1pPr>
    </p:titleStyle>
    <p:bodyStyle>
      <a:lvl1pPr marL="0" indent="0" algn="l" defTabSz="914400" rtl="0">
        <a:lnSpc>
          <a:spcPts val="2880"/>
        </a:lnSpc>
        <a:spcBef>
          <a:spcPts val="0"/>
        </a:spcBef>
        <a:spcAft>
          <a:spcPts val="992"/>
        </a:spcAft>
        <a:buFont typeface="Arial"/>
        <a:buNone/>
        <a:defRPr sz="2400" b="1" spc="-100">
          <a:solidFill>
            <a:srgbClr val="203232"/>
          </a:solidFill>
          <a:latin typeface="+mn-lt"/>
          <a:ea typeface="+mn-ea"/>
          <a:cs typeface="+mn-cs"/>
        </a:defRPr>
      </a:lvl1pPr>
      <a:lvl2pPr marL="0" indent="0" algn="l" defTabSz="914400" rtl="0">
        <a:lnSpc>
          <a:spcPts val="2880"/>
        </a:lnSpc>
        <a:spcBef>
          <a:spcPts val="0"/>
        </a:spcBef>
        <a:spcAft>
          <a:spcPts val="992"/>
        </a:spcAft>
        <a:buFont typeface="Arial"/>
        <a:buNone/>
        <a:defRPr sz="2400" spc="-100">
          <a:solidFill>
            <a:srgbClr val="203232"/>
          </a:solidFill>
          <a:latin typeface="+mn-lt"/>
          <a:ea typeface="+mn-ea"/>
          <a:cs typeface="+mn-cs"/>
        </a:defRPr>
      </a:lvl2pPr>
      <a:lvl3pPr marL="216000" indent="-216000" algn="l" defTabSz="914400" rtl="0">
        <a:lnSpc>
          <a:spcPts val="2880"/>
        </a:lnSpc>
        <a:spcBef>
          <a:spcPts val="0"/>
        </a:spcBef>
        <a:spcAft>
          <a:spcPts val="992"/>
        </a:spcAft>
        <a:buFont typeface="Arial"/>
        <a:buChar char="■"/>
        <a:defRPr sz="2400" spc="-100">
          <a:solidFill>
            <a:srgbClr val="203232"/>
          </a:solidFill>
          <a:latin typeface="+mn-lt"/>
          <a:ea typeface="+mn-ea"/>
          <a:cs typeface="+mn-cs"/>
        </a:defRPr>
      </a:lvl3pPr>
      <a:lvl4pPr marL="0" indent="0" algn="l" defTabSz="914400" rtl="0">
        <a:lnSpc>
          <a:spcPts val="2160"/>
        </a:lnSpc>
        <a:spcBef>
          <a:spcPts val="0"/>
        </a:spcBef>
        <a:buFont typeface="Arial"/>
        <a:buNone/>
        <a:defRPr sz="1800">
          <a:solidFill>
            <a:srgbClr val="203232"/>
          </a:solidFill>
          <a:latin typeface="+mn-lt"/>
          <a:ea typeface="+mn-ea"/>
          <a:cs typeface="+mn-cs"/>
        </a:defRPr>
      </a:lvl4pPr>
      <a:lvl5pPr marL="0" indent="0" algn="l" defTabSz="914400" rtl="0">
        <a:lnSpc>
          <a:spcPts val="2160"/>
        </a:lnSpc>
        <a:spcBef>
          <a:spcPts val="0"/>
        </a:spcBef>
        <a:buFont typeface="Arial"/>
        <a:buNone/>
        <a:defRPr sz="1800" b="1">
          <a:solidFill>
            <a:srgbClr val="203232"/>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5.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blipFill>
          <a:blip r:embed="rId3">
            <a:lum/>
          </a:blip>
          <a:stretch/>
        </a:blipFill>
      </p:bgPr>
    </p:bg>
    <p:spTree>
      <p:nvGrpSpPr>
        <p:cNvPr id="1" name=""/>
        <p:cNvGrpSpPr/>
        <p:nvPr/>
      </p:nvGrpSpPr>
      <p:grpSpPr bwMode="auto">
        <a:xfrm>
          <a:off x="0" y="0"/>
          <a:ext cx="0" cy="0"/>
          <a:chOff x="0" y="0"/>
          <a:chExt cx="0" cy="0"/>
        </a:xfrm>
      </p:grpSpPr>
      <p:sp>
        <p:nvSpPr>
          <p:cNvPr id="127691624" name="Title 1"/>
          <p:cNvSpPr>
            <a:spLocks noGrp="1"/>
          </p:cNvSpPr>
          <p:nvPr>
            <p:ph type="ctrTitle"/>
          </p:nvPr>
        </p:nvSpPr>
        <p:spPr bwMode="auto"/>
        <p:txBody>
          <a:bodyPr>
            <a:normAutofit fontScale="90000"/>
          </a:bodyPr>
          <a:lstStyle/>
          <a:p>
            <a:pPr>
              <a:defRPr/>
            </a:pPr>
            <a:r>
              <a:rPr lang="en-US"/>
              <a:t>Research Question – </a:t>
            </a:r>
            <a:r>
              <a:rPr lang="en-GB"/>
              <a:t>Is</a:t>
            </a:r>
            <a:br>
              <a:rPr lang="en-GB"/>
            </a:br>
            <a:r>
              <a:rPr lang="en-US" sz="4000"/>
              <a:t>Tutorial Presentation for Feedback</a:t>
            </a:r>
            <a:br>
              <a:rPr lang="en-US" sz="4000"/>
            </a:br>
            <a:r>
              <a:rPr lang="en-US" sz="2200"/>
              <a:t>Date: </a:t>
            </a:r>
            <a:br>
              <a:rPr lang="en-US" sz="8000"/>
            </a:br>
            <a:endParaRPr lang="en-US"/>
          </a:p>
        </p:txBody>
      </p:sp>
      <p:sp>
        <p:nvSpPr>
          <p:cNvPr id="1588358636" name="Subtitle 2"/>
          <p:cNvSpPr>
            <a:spLocks noGrp="1"/>
          </p:cNvSpPr>
          <p:nvPr>
            <p:ph type="subTitle" idx="1"/>
          </p:nvPr>
        </p:nvSpPr>
        <p:spPr bwMode="auto"/>
        <p:txBody>
          <a:bodyPr/>
          <a:lstStyle/>
          <a:p>
            <a:pPr>
              <a:defRPr/>
            </a:pPr>
            <a:r>
              <a:rPr lang="en-US" sz="2000"/>
              <a:t>Group Name: </a:t>
            </a:r>
            <a:r>
              <a:rPr lang="en-GB" sz="2000"/>
              <a:t>A5</a:t>
            </a:r>
            <a:r>
              <a:rPr lang="en-US" sz="2000"/>
              <a:t>                                                           Name of Student Presenting:</a:t>
            </a:r>
            <a:r>
              <a:rPr lang="en-GB" sz="2000"/>
              <a:t> Moses</a:t>
            </a:r>
            <a:endParaRPr/>
          </a:p>
        </p:txBody>
      </p:sp>
      <p:sp>
        <p:nvSpPr>
          <p:cNvPr id="734160080" name="Footer Placeholder 3"/>
          <p:cNvSpPr>
            <a:spLocks noGrp="1"/>
          </p:cNvSpPr>
          <p:nvPr>
            <p:ph type="ftr" sz="quarter" idx="11"/>
          </p:nvPr>
        </p:nvSpPr>
        <p:spPr bwMode="auto">
          <a:xfrm>
            <a:off x="965288" y="274320"/>
            <a:ext cx="10455566" cy="736245"/>
          </a:xfrm>
        </p:spPr>
        <p:txBody>
          <a:bodyPr/>
          <a:lstStyle/>
          <a:p>
            <a:pPr>
              <a:defRPr/>
            </a:pPr>
            <a:r>
              <a:rPr lang="en-GB"/>
              <a:t>7COM1079-2025  Student Group No:A5                    Names of Student Attendees  (all group should attend to get feedback): </a:t>
            </a:r>
            <a:endParaRPr lang="en-GB"/>
          </a:p>
          <a:p>
            <a:pPr>
              <a:defRPr/>
            </a:pPr>
            <a:r>
              <a:rPr lang="en-GB"/>
              <a:t>					 </a:t>
            </a:r>
            <a:r>
              <a:rPr lang="en-US" sz="1500" b="0" i="0" u="none" strike="noStrike" cap="none" spc="0">
                <a:solidFill>
                  <a:schemeClr val="bg1"/>
                </a:solidFill>
                <a:latin typeface="Arial"/>
                <a:ea typeface="Arial"/>
                <a:cs typeface="Arial"/>
              </a:rPr>
              <a:t>Allan Chumba</a:t>
            </a:r>
            <a:r>
              <a:rPr lang="en-GB"/>
              <a:t>, </a:t>
            </a:r>
            <a:r>
              <a:rPr lang="en-GB" sz="1500" b="0" i="0" u="none" strike="noStrike" cap="none" spc="0">
                <a:solidFill>
                  <a:schemeClr val="bg1"/>
                </a:solidFill>
                <a:latin typeface="Arial"/>
                <a:ea typeface="Arial"/>
                <a:cs typeface="Arial"/>
              </a:rPr>
              <a:t>Isaac Kechem, </a:t>
            </a:r>
            <a:r>
              <a:rPr lang="en-GB" sz="1500" b="0" i="0" u="none" strike="noStrike" cap="none" spc="0">
                <a:solidFill>
                  <a:schemeClr val="bg1"/>
                </a:solidFill>
                <a:latin typeface="Arial"/>
                <a:ea typeface="Arial"/>
                <a:cs typeface="Arial"/>
              </a:rPr>
              <a:t>James Boro Kabecha</a:t>
            </a:r>
            <a:r>
              <a:rPr lang="en-GB" sz="1500" b="0" i="0" u="none" strike="noStrike" cap="none" spc="0">
                <a:solidFill>
                  <a:schemeClr val="bg1"/>
                </a:solidFill>
                <a:latin typeface="Arial"/>
                <a:ea typeface="Arial"/>
                <a:cs typeface="Arial"/>
              </a:rPr>
              <a:t>, </a:t>
            </a:r>
            <a:r>
              <a:rPr lang="en-GB" sz="1500" b="0" i="0" u="none" strike="noStrike" cap="none" spc="0">
                <a:solidFill>
                  <a:schemeClr val="bg1"/>
                </a:solidFill>
                <a:latin typeface="Arial"/>
                <a:ea typeface="Arial"/>
                <a:cs typeface="Arial"/>
              </a:rPr>
              <a:t>John Gathogo</a:t>
            </a:r>
            <a:r>
              <a:rPr lang="en-GB" sz="1500" b="0" i="0" u="none" strike="noStrike" cap="none" spc="0">
                <a:solidFill>
                  <a:schemeClr val="bg1"/>
                </a:solidFill>
                <a:latin typeface="Arial"/>
                <a:ea typeface="Arial"/>
                <a:cs typeface="Arial"/>
              </a:rPr>
              <a:t>, </a:t>
            </a:r>
            <a:r>
              <a:rPr lang="en-GB" sz="1500" b="0" i="0" u="none" strike="noStrike" cap="none" spc="0">
                <a:solidFill>
                  <a:schemeClr val="bg1"/>
                </a:solidFill>
                <a:latin typeface="Arial"/>
                <a:ea typeface="Arial"/>
                <a:cs typeface="Arial"/>
              </a:rPr>
              <a:t>					Moses Musoga</a:t>
            </a:r>
            <a:endParaRPr lang="en-GB" sz="1500" b="0" i="0" u="none" strike="noStrike" cap="none" spc="0">
              <a:solidFill>
                <a:schemeClr val="bg1"/>
              </a:solidFill>
              <a:latin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62571556" name="Subtitle 1"/>
          <p:cNvSpPr>
            <a:spLocks noGrp="1"/>
          </p:cNvSpPr>
          <p:nvPr>
            <p:ph type="subTitle" idx="1"/>
          </p:nvPr>
        </p:nvSpPr>
        <p:spPr bwMode="auto">
          <a:xfrm>
            <a:off x="965289" y="1147638"/>
            <a:ext cx="9753625" cy="230832"/>
          </a:xfrm>
        </p:spPr>
        <p:txBody>
          <a:bodyPr vert="horz" lIns="0" tIns="0" rIns="0" bIns="0" rtlCol="0" anchor="t">
            <a:noAutofit/>
          </a:bodyPr>
          <a:lstStyle/>
          <a:p>
            <a:pPr>
              <a:spcAft>
                <a:spcPts val="0"/>
              </a:spcAft>
              <a:defRPr/>
            </a:pPr>
            <a:r>
              <a:rPr lang="en-GB">
                <a:solidFill>
                  <a:srgbClr val="203232"/>
                </a:solidFill>
                <a:cs typeface="Arial"/>
              </a:rPr>
              <a:t>Here is a sample of our dataset: </a:t>
            </a:r>
            <a:endParaRPr lang="en-GB" sz="1800">
              <a:solidFill>
                <a:srgbClr val="FF0000"/>
              </a:solidFill>
              <a:cs typeface="Arial"/>
            </a:endParaRPr>
          </a:p>
        </p:txBody>
      </p:sp>
      <p:sp>
        <p:nvSpPr>
          <p:cNvPr id="304836515" name="Footer Placeholder 2"/>
          <p:cNvSpPr>
            <a:spLocks noGrp="1"/>
          </p:cNvSpPr>
          <p:nvPr>
            <p:ph type="ftr" sz="quarter" idx="11"/>
          </p:nvPr>
        </p:nvSpPr>
        <p:spPr bwMode="auto"/>
        <p:txBody>
          <a:bodyPr/>
          <a:lstStyle/>
          <a:p>
            <a:pPr>
              <a:defRPr/>
            </a:pPr>
            <a:r>
              <a:rPr lang="en-GB"/>
              <a:t>PRE 7COM1079-2025  Student Group No:  ?????</a:t>
            </a:r>
            <a:endParaRPr/>
          </a:p>
        </p:txBody>
      </p:sp>
      <p:sp>
        <p:nvSpPr>
          <p:cNvPr id="410980303" name="Slide Number Placeholder 3"/>
          <p:cNvSpPr>
            <a:spLocks noGrp="1"/>
          </p:cNvSpPr>
          <p:nvPr>
            <p:ph type="sldNum" sz="quarter" idx="12"/>
          </p:nvPr>
        </p:nvSpPr>
        <p:spPr bwMode="auto">
          <a:xfrm>
            <a:off x="10616400" y="791022"/>
            <a:ext cx="622800" cy="230832"/>
          </a:xfrm>
        </p:spPr>
        <p:txBody>
          <a:bodyPr/>
          <a:lstStyle/>
          <a:p>
            <a:pPr>
              <a:defRPr/>
            </a:pPr>
            <a:r>
              <a:rPr lang="en-US"/>
              <a:t>3</a:t>
            </a:r>
            <a:endParaRPr lang="en-GB"/>
          </a:p>
        </p:txBody>
      </p:sp>
      <p:sp>
        <p:nvSpPr>
          <p:cNvPr id="525615700" name="Title 7"/>
          <p:cNvSpPr>
            <a:spLocks noGrp="1"/>
          </p:cNvSpPr>
          <p:nvPr>
            <p:ph type="ctrTitle"/>
          </p:nvPr>
        </p:nvSpPr>
        <p:spPr bwMode="auto">
          <a:xfrm flipH="0" flipV="0">
            <a:off x="964883" y="1587499"/>
            <a:ext cx="9965844" cy="3152214"/>
          </a:xfrm>
        </p:spPr>
        <p:txBody>
          <a:bodyPr vertOverflow="overflow" horzOverflow="overflow" vert="horz" wrap="square" lIns="0" tIns="0" rIns="0" bIns="0" numCol="1" spcCol="0" rtlCol="0" fromWordArt="0" anchor="t" anchorCtr="0" forceAA="0" upright="0" compatLnSpc="0">
            <a:normAutofit fontScale="90000" lnSpcReduction="2000"/>
          </a:bodyPr>
          <a:lstStyle/>
          <a:p>
            <a:pPr>
              <a:lnSpc>
                <a:spcPts val="2880"/>
              </a:lnSpc>
              <a:spcBef>
                <a:spcPts val="0"/>
              </a:spcBef>
              <a:spcAft>
                <a:spcPts val="992"/>
              </a:spcAft>
              <a:defRPr/>
            </a:pPr>
            <a:r>
              <a:rPr lang="en-GB" sz="3600">
                <a:solidFill>
                  <a:srgbClr val="FF0000"/>
                </a:solidFill>
                <a:cs typeface="Arial"/>
              </a:rPr>
              <a:t>Include summary information of your dataset, to include </a:t>
            </a:r>
            <a:endParaRPr lang="en-US" sz="3600" b="0">
              <a:solidFill>
                <a:srgbClr val="FF0000"/>
              </a:solidFill>
              <a:cs typeface="Arial"/>
            </a:endParaRPr>
          </a:p>
          <a:p>
            <a:pPr marL="742950" indent="-742950">
              <a:lnSpc>
                <a:spcPts val="2880"/>
              </a:lnSpc>
              <a:spcBef>
                <a:spcPts val="0"/>
              </a:spcBef>
              <a:spcAft>
                <a:spcPts val="992"/>
              </a:spcAft>
              <a:buAutoNum type="arabicPeriod"/>
              <a:defRPr/>
            </a:pPr>
            <a:r>
              <a:rPr lang="en-GB" sz="3600">
                <a:solidFill>
                  <a:srgbClr val="FF0000"/>
                </a:solidFill>
                <a:cs typeface="Arial"/>
              </a:rPr>
              <a:t>The columns we include in our research question are person_income and loan_amnt.</a:t>
            </a:r>
            <a:endParaRPr lang="en-US" sz="3600" b="0">
              <a:solidFill>
                <a:srgbClr val="FF0000"/>
              </a:solidFill>
              <a:cs typeface="Arial"/>
            </a:endParaRPr>
          </a:p>
          <a:p>
            <a:pPr marL="742950" indent="-742950">
              <a:lnSpc>
                <a:spcPts val="2880"/>
              </a:lnSpc>
              <a:spcBef>
                <a:spcPts val="0"/>
              </a:spcBef>
              <a:spcAft>
                <a:spcPts val="992"/>
              </a:spcAft>
              <a:buAutoNum type="arabicPeriod"/>
              <a:defRPr/>
            </a:pPr>
            <a:r>
              <a:rPr lang="en-GB" sz="3600">
                <a:solidFill>
                  <a:srgbClr val="FF0000"/>
                </a:solidFill>
                <a:cs typeface="Arial"/>
              </a:rPr>
              <a:t>At least 5 rows of the data</a:t>
            </a:r>
            <a:br>
              <a:rPr lang="en-GB" sz="3600">
                <a:solidFill>
                  <a:srgbClr val="FF0000"/>
                </a:solidFill>
                <a:cs typeface="Arial"/>
              </a:rPr>
            </a:br>
            <a:br>
              <a:rPr lang="en-GB" sz="3600">
                <a:solidFill>
                  <a:srgbClr val="FF0000"/>
                </a:solidFill>
                <a:cs typeface="Arial"/>
              </a:rPr>
            </a:br>
            <a:br>
              <a:rPr lang="en-GB" sz="3600">
                <a:solidFill>
                  <a:srgbClr val="FF0000"/>
                </a:solidFill>
                <a:cs typeface="Arial"/>
              </a:rPr>
            </a:br>
            <a:endParaRPr lang="en-US" sz="3600" b="0">
              <a:solidFill>
                <a:srgbClr val="FF0000"/>
              </a:solidFill>
              <a:cs typeface="Arial"/>
            </a:endParaRPr>
          </a:p>
          <a:p>
            <a:pPr marL="742950" indent="-742950">
              <a:lnSpc>
                <a:spcPts val="2880"/>
              </a:lnSpc>
              <a:spcBef>
                <a:spcPts val="0"/>
              </a:spcBef>
              <a:spcAft>
                <a:spcPts val="992"/>
              </a:spcAft>
              <a:buAutoNum type="arabicPeriod"/>
              <a:defRPr/>
            </a:pPr>
            <a:r>
              <a:rPr lang="en-GB" sz="3600">
                <a:solidFill>
                  <a:srgbClr val="FF0000"/>
                </a:solidFill>
                <a:cs typeface="Arial"/>
              </a:rPr>
              <a:t>Our dataset has </a:t>
            </a:r>
            <a:r>
              <a:rPr lang="en-GB" sz="3200" b="1" i="0" u="none" strike="noStrike" cap="none" spc="-199">
                <a:solidFill>
                  <a:srgbClr val="FF0000"/>
                </a:solidFill>
                <a:latin typeface="Arial"/>
                <a:ea typeface="Arial"/>
                <a:cs typeface="Arial"/>
              </a:rPr>
              <a:t>45000</a:t>
            </a:r>
            <a:r>
              <a:rPr lang="en-GB" sz="3600">
                <a:solidFill>
                  <a:srgbClr val="FF0000"/>
                </a:solidFill>
                <a:cs typeface="Arial"/>
              </a:rPr>
              <a:t> rows/records.</a:t>
            </a:r>
            <a:br>
              <a:rPr lang="en-GB" sz="3600">
                <a:solidFill>
                  <a:srgbClr val="FF0000"/>
                </a:solidFill>
                <a:cs typeface="Arial"/>
              </a:rPr>
            </a:br>
            <a:endParaRPr lang="en-GB" sz="3600">
              <a:solidFill>
                <a:srgbClr val="FF0000"/>
              </a:solidFill>
              <a:cs typeface="Arial"/>
            </a:endParaRPr>
          </a:p>
          <a:p>
            <a:pPr>
              <a:defRPr/>
            </a:pPr>
            <a:endParaRPr lang="en-US">
              <a:solidFill>
                <a:srgbClr val="FF0000"/>
              </a:solidFill>
              <a:cs typeface="Arial"/>
            </a:endParaRPr>
          </a:p>
        </p:txBody>
      </p:sp>
      <p:pic>
        <p:nvPicPr>
          <p:cNvPr id="434428916" name=""/>
          <p:cNvPicPr>
            <a:picLocks noChangeAspect="1"/>
          </p:cNvPicPr>
          <p:nvPr/>
        </p:nvPicPr>
        <p:blipFill rotWithShape="1">
          <a:blip r:embed="rId3"/>
          <a:stretch/>
        </p:blipFill>
        <p:spPr bwMode="auto">
          <a:xfrm flipH="0" flipV="0">
            <a:off x="1492249" y="3270249"/>
            <a:ext cx="9226663" cy="1269332"/>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75426677" name="Subtitle 1"/>
          <p:cNvSpPr>
            <a:spLocks noGrp="1"/>
          </p:cNvSpPr>
          <p:nvPr>
            <p:ph type="subTitle" idx="1"/>
          </p:nvPr>
        </p:nvSpPr>
        <p:spPr bwMode="auto">
          <a:xfrm>
            <a:off x="965288" y="1285092"/>
            <a:ext cx="10110240" cy="588024"/>
          </a:xfrm>
        </p:spPr>
        <p:txBody>
          <a:bodyPr vert="horz" lIns="0" tIns="0" rIns="0" bIns="0" rtlCol="0" anchor="t">
            <a:noAutofit/>
          </a:bodyPr>
          <a:lstStyle/>
          <a:p>
            <a:pPr>
              <a:defRPr/>
            </a:pPr>
            <a:r>
              <a:rPr lang="en-US"/>
              <a:t>Dataset </a:t>
            </a:r>
            <a:r>
              <a:rPr lang="en-US">
                <a:solidFill>
                  <a:srgbClr val="203232"/>
                </a:solidFill>
              </a:rPr>
              <a:t>ID</a:t>
            </a:r>
            <a:r>
              <a:rPr lang="en-US" sz="1600">
                <a:solidFill>
                  <a:srgbClr val="FF0000"/>
                </a:solidFill>
              </a:rPr>
              <a:t>:   </a:t>
            </a:r>
            <a:r>
              <a:rPr lang="en-GB" sz="1600">
                <a:solidFill>
                  <a:srgbClr val="FF0000"/>
                </a:solidFill>
              </a:rPr>
              <a:t>DS256- loan_Data.csv</a:t>
            </a:r>
            <a:endParaRPr/>
          </a:p>
        </p:txBody>
      </p:sp>
      <p:sp>
        <p:nvSpPr>
          <p:cNvPr id="1781622262" name="Footer Placeholder 2"/>
          <p:cNvSpPr>
            <a:spLocks noGrp="1"/>
          </p:cNvSpPr>
          <p:nvPr>
            <p:ph type="ftr" sz="quarter" idx="11"/>
          </p:nvPr>
        </p:nvSpPr>
        <p:spPr bwMode="auto">
          <a:xfrm>
            <a:off x="965288" y="791022"/>
            <a:ext cx="9129687" cy="230832"/>
          </a:xfrm>
        </p:spPr>
        <p:txBody>
          <a:bodyPr/>
          <a:lstStyle/>
          <a:p>
            <a:pPr>
              <a:defRPr/>
            </a:pPr>
            <a:r>
              <a:rPr lang="en-GB"/>
              <a:t>7COM1079-2025  Student Group No:                    Names of Student Group Attendees: </a:t>
            </a:r>
            <a:endParaRPr/>
          </a:p>
        </p:txBody>
      </p:sp>
      <p:sp>
        <p:nvSpPr>
          <p:cNvPr id="1532316793" name="Slide Number Placeholder 3"/>
          <p:cNvSpPr>
            <a:spLocks noGrp="1"/>
          </p:cNvSpPr>
          <p:nvPr>
            <p:ph type="sldNum" sz="quarter" idx="12"/>
          </p:nvPr>
        </p:nvSpPr>
        <p:spPr bwMode="auto">
          <a:xfrm>
            <a:off x="10954511" y="555565"/>
            <a:ext cx="622800" cy="230832"/>
          </a:xfrm>
        </p:spPr>
        <p:txBody>
          <a:bodyPr/>
          <a:lstStyle/>
          <a:p>
            <a:pPr>
              <a:defRPr/>
            </a:pPr>
            <a:r>
              <a:rPr lang="en-US"/>
              <a:t>2</a:t>
            </a:r>
            <a:endParaRPr lang="en-GB"/>
          </a:p>
        </p:txBody>
      </p:sp>
      <p:sp>
        <p:nvSpPr>
          <p:cNvPr id="1881443497" name="Title 4"/>
          <p:cNvSpPr>
            <a:spLocks noGrp="1"/>
          </p:cNvSpPr>
          <p:nvPr>
            <p:ph type="ctrTitle"/>
          </p:nvPr>
        </p:nvSpPr>
        <p:spPr bwMode="auto">
          <a:xfrm>
            <a:off x="724148" y="1987671"/>
            <a:ext cx="10974945" cy="2699181"/>
          </a:xfrm>
        </p:spPr>
        <p:txBody>
          <a:bodyPr>
            <a:noAutofit/>
          </a:bodyPr>
          <a:lstStyle/>
          <a:p>
            <a:pPr>
              <a:lnSpc>
                <a:spcPct val="100000"/>
              </a:lnSpc>
              <a:defRPr/>
            </a:pPr>
            <a:r>
              <a:rPr lang="en-US" sz="2400" b="0">
                <a:latin typeface="Calibri"/>
                <a:cs typeface="Calibri"/>
              </a:rPr>
              <a:t>This dataset is interesting to us because </a:t>
            </a:r>
            <a:r>
              <a:rPr lang="en-US" sz="2400" b="0">
                <a:solidFill>
                  <a:srgbClr val="FF0000"/>
                </a:solidFill>
                <a:latin typeface="Calibri"/>
                <a:cs typeface="Calibri"/>
              </a:rPr>
              <a:t>(one sentence):</a:t>
            </a:r>
            <a:r>
              <a:rPr lang="en-GB" sz="2400" b="0">
                <a:latin typeface="Calibri"/>
                <a:cs typeface="Calibri"/>
              </a:rPr>
              <a:t> it presents an opportunity to look into factors affecting credit accessibility</a:t>
            </a:r>
            <a:br>
              <a:rPr lang="en-US" sz="2400" b="0">
                <a:latin typeface="Calibri"/>
                <a:cs typeface="Calibri"/>
              </a:rPr>
            </a:br>
            <a:r>
              <a:rPr lang="en-US" sz="2400" b="0">
                <a:latin typeface="Calibri"/>
                <a:cs typeface="Calibri"/>
              </a:rPr>
              <a:t>Our  Independent variable is: </a:t>
            </a:r>
            <a:r>
              <a:rPr lang="en-GB" sz="2400" b="0">
                <a:latin typeface="Calibri"/>
                <a:cs typeface="Calibri"/>
              </a:rPr>
              <a:t>Personal income</a:t>
            </a:r>
            <a:br>
              <a:rPr lang="en-US" sz="2400" b="0">
                <a:latin typeface="Calibri"/>
                <a:cs typeface="Calibri"/>
              </a:rPr>
            </a:br>
            <a:r>
              <a:rPr lang="en-US" sz="2400" b="0">
                <a:solidFill>
                  <a:srgbClr val="FF0000"/>
                </a:solidFill>
                <a:latin typeface="Calibri"/>
                <a:cs typeface="Calibri"/>
              </a:rPr>
              <a:t>                   </a:t>
            </a:r>
            <a:r>
              <a:rPr lang="en-US" sz="2400" b="0">
                <a:latin typeface="Calibri"/>
                <a:cs typeface="Calibri"/>
              </a:rPr>
              <a:t>This  Independent variable datatype is </a:t>
            </a:r>
            <a:r>
              <a:rPr lang="en-US" sz="2400" b="0" i="0" u="none" strike="noStrike" cap="none" spc="-199">
                <a:solidFill>
                  <a:srgbClr val="FF0000"/>
                </a:solidFill>
                <a:latin typeface="Calibri"/>
                <a:ea typeface="Calibri"/>
                <a:cs typeface="Calibri"/>
              </a:rPr>
              <a:t>Interval</a:t>
            </a:r>
            <a:br>
              <a:rPr lang="en-US" sz="2400" b="0">
                <a:latin typeface="Calibri"/>
                <a:cs typeface="Calibri"/>
              </a:rPr>
            </a:br>
            <a:r>
              <a:rPr lang="en-US" sz="2400" b="0">
                <a:latin typeface="Calibri"/>
                <a:cs typeface="Calibri"/>
              </a:rPr>
              <a:t>Our Dependent variable is: </a:t>
            </a:r>
            <a:r>
              <a:rPr lang="en-GB" sz="2400" b="0">
                <a:latin typeface="Calibri"/>
                <a:cs typeface="Calibri"/>
              </a:rPr>
              <a:t>Loan amount</a:t>
            </a:r>
            <a:br>
              <a:rPr lang="en-US" sz="2400" b="0">
                <a:latin typeface="Calibri"/>
                <a:cs typeface="Calibri"/>
              </a:rPr>
            </a:br>
            <a:r>
              <a:rPr lang="en-US" sz="2400" b="0">
                <a:solidFill>
                  <a:srgbClr val="FF0000"/>
                </a:solidFill>
                <a:latin typeface="Calibri"/>
                <a:cs typeface="Calibri"/>
              </a:rPr>
              <a:t>                   </a:t>
            </a:r>
            <a:r>
              <a:rPr lang="en-US" sz="2400" b="0">
                <a:latin typeface="Calibri"/>
                <a:cs typeface="Calibri"/>
              </a:rPr>
              <a:t>This Dependent variable datatype is  </a:t>
            </a:r>
            <a:r>
              <a:rPr lang="en-US" sz="2400" b="0" i="0" u="none" strike="noStrike" cap="none" spc="-199">
                <a:solidFill>
                  <a:srgbClr val="FF0000"/>
                </a:solidFill>
                <a:latin typeface="Calibri"/>
                <a:ea typeface="Calibri"/>
                <a:cs typeface="Calibri"/>
              </a:rPr>
              <a:t>Interval</a:t>
            </a:r>
            <a:endParaRPr/>
          </a:p>
        </p:txBody>
      </p:sp>
      <p:sp>
        <p:nvSpPr>
          <p:cNvPr id="147630832" name="TextBox 5"/>
          <p:cNvSpPr txBox="1"/>
          <p:nvPr/>
        </p:nvSpPr>
        <p:spPr bwMode="auto">
          <a:xfrm>
            <a:off x="6766560" y="5385816"/>
            <a:ext cx="4187952" cy="1200329"/>
          </a:xfrm>
          <a:prstGeom prst="rect">
            <a:avLst/>
          </a:prstGeom>
          <a:noFill/>
        </p:spPr>
        <p:txBody>
          <a:bodyPr wrap="square" rtlCol="0">
            <a:spAutoFit/>
          </a:bodyPr>
          <a:lstStyle/>
          <a:p>
            <a:pPr>
              <a:defRPr/>
            </a:pPr>
            <a:r>
              <a:rPr lang="en-GB">
                <a:solidFill>
                  <a:schemeClr val="accent2">
                    <a:lumMod val="75000"/>
                  </a:schemeClr>
                </a:solidFill>
              </a:rPr>
              <a:t>*For comparison of two nominal variables and for comparison of proportions you use two (or more) independent variables (see next slide)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86058596" name="Subtitle 1"/>
          <p:cNvSpPr>
            <a:spLocks noGrp="1"/>
          </p:cNvSpPr>
          <p:nvPr>
            <p:ph type="subTitle" idx="1"/>
          </p:nvPr>
        </p:nvSpPr>
        <p:spPr bwMode="auto">
          <a:xfrm>
            <a:off x="965289" y="1147638"/>
            <a:ext cx="9753625" cy="230832"/>
          </a:xfrm>
        </p:spPr>
        <p:txBody>
          <a:bodyPr/>
          <a:lstStyle/>
          <a:p>
            <a:pPr>
              <a:spcAft>
                <a:spcPts val="0"/>
              </a:spcAft>
              <a:defRPr/>
            </a:pPr>
            <a:r>
              <a:rPr lang="en-GB"/>
              <a:t>Our Research Question is </a:t>
            </a:r>
            <a:endParaRPr/>
          </a:p>
        </p:txBody>
      </p:sp>
      <p:sp>
        <p:nvSpPr>
          <p:cNvPr id="762571183" name="Footer Placeholder 2"/>
          <p:cNvSpPr>
            <a:spLocks noGrp="1"/>
          </p:cNvSpPr>
          <p:nvPr>
            <p:ph type="ftr" sz="quarter" idx="11"/>
          </p:nvPr>
        </p:nvSpPr>
        <p:spPr bwMode="auto"/>
        <p:txBody>
          <a:bodyPr/>
          <a:lstStyle/>
          <a:p>
            <a:pPr>
              <a:defRPr/>
            </a:pPr>
            <a:r>
              <a:rPr lang="en-GB"/>
              <a:t>PRE 7COM1079-2025  Student Group No:  ?????</a:t>
            </a:r>
            <a:endParaRPr/>
          </a:p>
        </p:txBody>
      </p:sp>
      <p:sp>
        <p:nvSpPr>
          <p:cNvPr id="2028042218" name="Slide Number Placeholder 3"/>
          <p:cNvSpPr>
            <a:spLocks noGrp="1"/>
          </p:cNvSpPr>
          <p:nvPr>
            <p:ph type="sldNum" sz="quarter" idx="12"/>
          </p:nvPr>
        </p:nvSpPr>
        <p:spPr bwMode="auto">
          <a:xfrm>
            <a:off x="10616400" y="791022"/>
            <a:ext cx="622800" cy="230832"/>
          </a:xfrm>
        </p:spPr>
        <p:txBody>
          <a:bodyPr/>
          <a:lstStyle/>
          <a:p>
            <a:pPr>
              <a:defRPr/>
            </a:pPr>
            <a:r>
              <a:rPr lang="en-US"/>
              <a:t>3</a:t>
            </a:r>
            <a:endParaRPr lang="en-GB"/>
          </a:p>
        </p:txBody>
      </p:sp>
      <p:sp>
        <p:nvSpPr>
          <p:cNvPr id="255466634" name="Title 4"/>
          <p:cNvSpPr>
            <a:spLocks noGrp="1"/>
          </p:cNvSpPr>
          <p:nvPr>
            <p:ph type="ctrTitle"/>
          </p:nvPr>
        </p:nvSpPr>
        <p:spPr bwMode="auto">
          <a:xfrm flipH="0" flipV="0">
            <a:off x="623944" y="1675917"/>
            <a:ext cx="11040315" cy="3532689"/>
          </a:xfrm>
        </p:spPr>
        <p:txBody>
          <a:bodyPr>
            <a:noAutofit/>
          </a:bodyPr>
          <a:lstStyle/>
          <a:p>
            <a:pPr>
              <a:lnSpc>
                <a:spcPct val="100000"/>
              </a:lnSpc>
              <a:defRPr/>
            </a:pPr>
            <a:r>
              <a:rPr lang="en-IE" sz="3000" b="0">
                <a:latin typeface="Arial"/>
                <a:ea typeface="Arial"/>
                <a:cs typeface="Arial"/>
              </a:rPr>
              <a:t>Is there a correlation between </a:t>
            </a:r>
            <a:r>
              <a:rPr lang="en-GB" sz="3000" b="0">
                <a:latin typeface="Arial"/>
                <a:ea typeface="Arial"/>
                <a:cs typeface="Arial"/>
              </a:rPr>
              <a:t>loan amount </a:t>
            </a:r>
            <a:r>
              <a:rPr lang="en-IE" sz="3000" b="0">
                <a:latin typeface="Arial"/>
                <a:ea typeface="Arial"/>
                <a:cs typeface="Arial"/>
              </a:rPr>
              <a:t>and </a:t>
            </a:r>
            <a:r>
              <a:rPr lang="en-GB" sz="3000" b="0">
                <a:solidFill>
                  <a:schemeClr val="tx1"/>
                </a:solidFill>
                <a:latin typeface="Arial"/>
                <a:ea typeface="Arial"/>
                <a:cs typeface="Arial"/>
              </a:rPr>
              <a:t>personal income for applicants</a:t>
            </a:r>
            <a:r>
              <a:rPr lang="en-IE" sz="3000" b="0">
                <a:solidFill>
                  <a:schemeClr val="tx1"/>
                </a:solidFill>
                <a:latin typeface="Arial"/>
                <a:ea typeface="Arial"/>
                <a:cs typeface="Arial"/>
              </a:rPr>
              <a:t>?”</a:t>
            </a:r>
            <a:br>
              <a:rPr lang="en-GB" sz="2800" b="0" i="0" u="none" strike="noStrike" cap="none" spc="-199">
                <a:solidFill>
                  <a:srgbClr val="FF0000"/>
                </a:solidFill>
                <a:latin typeface="Arial"/>
                <a:ea typeface="Arial"/>
                <a:cs typeface="Arial"/>
              </a:rPr>
            </a:br>
            <a:br>
              <a:rPr lang="en-GB" sz="2800" b="0" i="0" u="none" strike="noStrike" cap="none" spc="-199">
                <a:solidFill>
                  <a:srgbClr val="FF0000"/>
                </a:solidFill>
                <a:latin typeface="Arial"/>
                <a:ea typeface="Arial"/>
                <a:cs typeface="Arial"/>
              </a:rPr>
            </a:br>
            <a:r>
              <a:rPr lang="en-GB" sz="2800" b="0" i="0" u="none" strike="noStrike" cap="none" spc="-199">
                <a:solidFill>
                  <a:srgbClr val="FF0000"/>
                </a:solidFill>
                <a:latin typeface="Arial"/>
                <a:ea typeface="Arial"/>
                <a:cs typeface="Arial"/>
              </a:rPr>
              <a:t>Null hypothesis (H</a:t>
            </a:r>
            <a:r>
              <a:rPr lang="en-GB" sz="2800" b="0" i="0" u="none" strike="noStrike" cap="none" spc="-199" baseline="-25000">
                <a:solidFill>
                  <a:srgbClr val="FF0000"/>
                </a:solidFill>
                <a:latin typeface="Arial"/>
                <a:ea typeface="Arial"/>
                <a:cs typeface="Arial"/>
              </a:rPr>
              <a:t>0</a:t>
            </a:r>
            <a:r>
              <a:rPr lang="en-GB" sz="2800" b="0" i="0" u="none" strike="noStrike" cap="none" spc="-199">
                <a:solidFill>
                  <a:srgbClr val="FF0000"/>
                </a:solidFill>
                <a:latin typeface="Arial"/>
                <a:ea typeface="Arial"/>
                <a:cs typeface="Arial"/>
              </a:rPr>
              <a:t>): There is </a:t>
            </a:r>
            <a:r>
              <a:rPr lang="en-GB" sz="2800" b="1" i="0" u="none" strike="noStrike" cap="none" spc="-199">
                <a:solidFill>
                  <a:srgbClr val="FF0000"/>
                </a:solidFill>
                <a:latin typeface="Arial"/>
                <a:ea typeface="Arial"/>
                <a:cs typeface="Arial"/>
              </a:rPr>
              <a:t>no</a:t>
            </a:r>
            <a:r>
              <a:rPr lang="en-GB" sz="2800" b="0" i="0" u="none" strike="noStrike" cap="none" spc="-199">
                <a:solidFill>
                  <a:srgbClr val="FF0000"/>
                </a:solidFill>
                <a:latin typeface="Arial"/>
                <a:ea typeface="Arial"/>
                <a:cs typeface="Arial"/>
              </a:rPr>
              <a:t> correlation between loan amount and personal income of applicants.</a:t>
            </a:r>
            <a:br>
              <a:rPr lang="en-GB" sz="2800" b="0" i="0" u="none" strike="noStrike" cap="none" spc="-199">
                <a:solidFill>
                  <a:srgbClr val="FF0000"/>
                </a:solidFill>
                <a:latin typeface="Arial"/>
                <a:ea typeface="Arial"/>
                <a:cs typeface="Arial"/>
              </a:rPr>
            </a:br>
            <a:br>
              <a:rPr lang="en-IE" sz="2800" b="0">
                <a:latin typeface="Calibri"/>
                <a:ea typeface="Calibri"/>
                <a:cs typeface="Times New Roman"/>
              </a:rPr>
            </a:br>
            <a:r>
              <a:rPr lang="en-GB" sz="2800" b="0" i="0" u="none" strike="noStrike" cap="none" spc="-199">
                <a:solidFill>
                  <a:srgbClr val="FF0000"/>
                </a:solidFill>
                <a:latin typeface="Arial"/>
                <a:ea typeface="Arial"/>
                <a:cs typeface="Arial"/>
              </a:rPr>
              <a:t>Alt hypothesis (H</a:t>
            </a:r>
            <a:r>
              <a:rPr lang="en-GB" sz="2800" b="0" i="0" u="none" strike="noStrike" cap="none" spc="-199" baseline="-25000">
                <a:solidFill>
                  <a:srgbClr val="FF0000"/>
                </a:solidFill>
                <a:latin typeface="Arial"/>
                <a:ea typeface="Arial"/>
                <a:cs typeface="Arial"/>
              </a:rPr>
              <a:t>1</a:t>
            </a:r>
            <a:r>
              <a:rPr lang="en-GB" sz="2800" b="0" i="0" u="none" strike="noStrike" cap="none" spc="-199">
                <a:solidFill>
                  <a:srgbClr val="FF0000"/>
                </a:solidFill>
                <a:latin typeface="Arial"/>
                <a:ea typeface="Arial"/>
                <a:cs typeface="Arial"/>
              </a:rPr>
              <a:t>): There is </a:t>
            </a:r>
            <a:r>
              <a:rPr lang="en-GB" sz="2800" b="1" i="0" u="none" strike="noStrike" cap="none" spc="-199">
                <a:solidFill>
                  <a:srgbClr val="FF0000"/>
                </a:solidFill>
                <a:latin typeface="Arial"/>
                <a:ea typeface="Arial"/>
                <a:cs typeface="Arial"/>
              </a:rPr>
              <a:t>a</a:t>
            </a:r>
            <a:r>
              <a:rPr lang="en-GB" sz="2800" b="0" i="0" u="none" strike="noStrike" cap="none" spc="-199">
                <a:solidFill>
                  <a:srgbClr val="FF0000"/>
                </a:solidFill>
                <a:latin typeface="Arial"/>
                <a:ea typeface="Arial"/>
                <a:cs typeface="Arial"/>
              </a:rPr>
              <a:t> correlation between </a:t>
            </a:r>
            <a:r>
              <a:rPr lang="en-GB" sz="2800" b="0" i="0" u="none" strike="noStrike" cap="none" spc="-99">
                <a:solidFill>
                  <a:srgbClr val="FF0000"/>
                </a:solidFill>
                <a:latin typeface="Arial"/>
                <a:ea typeface="Arial"/>
                <a:cs typeface="Arial"/>
              </a:rPr>
              <a:t>loan amount and personal income </a:t>
            </a:r>
            <a:r>
              <a:rPr lang="en-GB" sz="2800" b="0" i="0" u="none" strike="noStrike" cap="none" spc="-99">
                <a:solidFill>
                  <a:srgbClr val="FF0000"/>
                </a:solidFill>
                <a:latin typeface="Arial"/>
                <a:ea typeface="Arial"/>
                <a:cs typeface="Arial"/>
              </a:rPr>
              <a:t>of applicants</a:t>
            </a:r>
            <a:r>
              <a:rPr lang="en-GB" sz="2800" b="0" i="0" u="none" strike="noStrike" cap="none" spc="-199">
                <a:solidFill>
                  <a:srgbClr val="FF0000"/>
                </a:solidFill>
                <a:latin typeface="Arial"/>
                <a:ea typeface="Arial"/>
                <a:cs typeface="Arial"/>
              </a:rPr>
              <a:t>.</a:t>
            </a:r>
            <a:endParaRPr sz="2800"/>
          </a:p>
          <a:p>
            <a:pPr>
              <a:lnSpc>
                <a:spcPct val="100000"/>
              </a:lnSpc>
              <a:defRPr/>
            </a:pPr>
            <a:endParaRPr sz="3600">
              <a:solidFill>
                <a:srgbClr val="FF0000"/>
              </a:solidFill>
            </a:endParaRPr>
          </a:p>
        </p:txBody>
      </p:sp>
      <p:sp>
        <p:nvSpPr>
          <p:cNvPr id="1950557582" name="TextBox 6"/>
          <p:cNvSpPr txBox="1"/>
          <p:nvPr/>
        </p:nvSpPr>
        <p:spPr bwMode="auto">
          <a:xfrm>
            <a:off x="623945" y="5297755"/>
            <a:ext cx="11440040" cy="1477328"/>
          </a:xfrm>
          <a:prstGeom prst="rect">
            <a:avLst/>
          </a:prstGeom>
          <a:solidFill>
            <a:schemeClr val="bg1">
              <a:lumMod val="95000"/>
            </a:schemeClr>
          </a:solidFill>
        </p:spPr>
        <p:txBody>
          <a:bodyPr wrap="square" lIns="91440" tIns="45720" rIns="91440" bIns="45720" rtlCol="0" anchor="t">
            <a:spAutoFit/>
          </a:bodyPr>
          <a:lstStyle/>
          <a:p>
            <a:pPr>
              <a:defRPr/>
            </a:pPr>
            <a:r>
              <a:rPr lang="en-GB" baseline="30000"/>
              <a:t>1</a:t>
            </a:r>
            <a:r>
              <a:rPr lang="en-GB" b="1">
                <a:latin typeface="Calibri"/>
                <a:cs typeface="Calibri"/>
              </a:rPr>
              <a:t>Correlation</a:t>
            </a:r>
            <a:r>
              <a:rPr lang="en-GB"/>
              <a:t> (</a:t>
            </a:r>
            <a:r>
              <a:rPr lang="en-IE" sz="1800">
                <a:latin typeface="Calibri"/>
                <a:ea typeface="Calibri"/>
                <a:cs typeface="Times New Roman"/>
              </a:rPr>
              <a:t>Analysis of how </a:t>
            </a:r>
            <a:r>
              <a:rPr lang="en-IE" sz="1800">
                <a:solidFill>
                  <a:srgbClr val="FF0000"/>
                </a:solidFill>
                <a:latin typeface="Calibri"/>
                <a:ea typeface="Calibri"/>
                <a:cs typeface="Times New Roman"/>
              </a:rPr>
              <a:t>ordinal</a:t>
            </a:r>
            <a:r>
              <a:rPr lang="en-IE">
                <a:solidFill>
                  <a:srgbClr val="FF0000"/>
                </a:solidFill>
                <a:latin typeface="Calibri"/>
                <a:ea typeface="Calibri"/>
                <a:cs typeface="Times New Roman"/>
              </a:rPr>
              <a:t>/</a:t>
            </a:r>
            <a:r>
              <a:rPr lang="en-IE" sz="1800">
                <a:solidFill>
                  <a:srgbClr val="FF0000"/>
                </a:solidFill>
                <a:latin typeface="Calibri"/>
                <a:ea typeface="Calibri"/>
                <a:cs typeface="Times New Roman"/>
              </a:rPr>
              <a:t>interval </a:t>
            </a:r>
            <a:r>
              <a:rPr lang="en-IE" sz="1800">
                <a:solidFill>
                  <a:srgbClr val="00B050"/>
                </a:solidFill>
                <a:latin typeface="Calibri"/>
                <a:ea typeface="Calibri"/>
                <a:cs typeface="Times New Roman"/>
              </a:rPr>
              <a:t>dependent var</a:t>
            </a:r>
            <a:r>
              <a:rPr lang="en-IE" sz="1800">
                <a:latin typeface="Calibri"/>
                <a:ea typeface="Calibri"/>
                <a:cs typeface="Times New Roman"/>
              </a:rPr>
              <a:t> </a:t>
            </a:r>
            <a:r>
              <a:rPr lang="en-IE">
                <a:latin typeface="Calibri"/>
                <a:ea typeface="Calibri"/>
                <a:cs typeface="Times New Roman"/>
              </a:rPr>
              <a:t>correlates </a:t>
            </a:r>
            <a:r>
              <a:rPr lang="en-IE" sz="1800">
                <a:latin typeface="Calibri"/>
                <a:ea typeface="Calibri"/>
                <a:cs typeface="Times New Roman"/>
              </a:rPr>
              <a:t>to an </a:t>
            </a:r>
            <a:r>
              <a:rPr lang="en-IE" sz="1800">
                <a:solidFill>
                  <a:srgbClr val="FF0000"/>
                </a:solidFill>
                <a:latin typeface="Calibri"/>
                <a:ea typeface="Calibri"/>
                <a:cs typeface="Times New Roman"/>
              </a:rPr>
              <a:t>ordinal/interval </a:t>
            </a:r>
            <a:r>
              <a:rPr lang="en-IE" sz="1800">
                <a:solidFill>
                  <a:srgbClr val="00B050"/>
                </a:solidFill>
                <a:latin typeface="Calibri"/>
                <a:ea typeface="Calibri"/>
                <a:cs typeface="Times New Roman"/>
              </a:rPr>
              <a:t>independent variable)</a:t>
            </a:r>
            <a:endParaRPr lang="en-GB">
              <a:latin typeface="Calibri"/>
              <a:cs typeface="Times New Roman"/>
            </a:endParaRPr>
          </a:p>
          <a:p>
            <a:pPr>
              <a:defRPr/>
            </a:pPr>
            <a:r>
              <a:rPr lang="en-IE" sz="1800" b="1" baseline="30000">
                <a:latin typeface="Calibri"/>
                <a:ea typeface="Calibri"/>
                <a:cs typeface="Times New Roman"/>
              </a:rPr>
              <a:t>2</a:t>
            </a:r>
            <a:r>
              <a:rPr lang="en-IE" sz="1800" b="1">
                <a:latin typeface="Calibri"/>
                <a:ea typeface="Calibri"/>
                <a:cs typeface="Times New Roman"/>
              </a:rPr>
              <a:t>Comparison of means</a:t>
            </a:r>
            <a:r>
              <a:rPr lang="en-IE" sz="1800">
                <a:latin typeface="Calibri"/>
                <a:ea typeface="Calibri"/>
                <a:cs typeface="Times New Roman"/>
              </a:rPr>
              <a:t> (or medians): Analysis of the difference between the mean (or median) value of a characteristic shared by members of two different populations.</a:t>
            </a:r>
            <a:endParaRPr/>
          </a:p>
          <a:p>
            <a:pPr>
              <a:defRPr/>
            </a:pPr>
            <a:r>
              <a:rPr lang="en-IE" sz="1800" b="1" baseline="30000">
                <a:latin typeface="Calibri"/>
                <a:ea typeface="Calibri"/>
                <a:cs typeface="Times New Roman"/>
              </a:rPr>
              <a:t>3</a:t>
            </a:r>
            <a:r>
              <a:rPr lang="en-IE" sz="1800" b="1">
                <a:latin typeface="Calibri"/>
                <a:ea typeface="Calibri"/>
                <a:cs typeface="Times New Roman"/>
              </a:rPr>
              <a:t>Comparison of proportions:</a:t>
            </a:r>
            <a:r>
              <a:rPr lang="en-IE" sz="1800">
                <a:latin typeface="Calibri"/>
                <a:ea typeface="Calibri"/>
                <a:cs typeface="Times New Roman"/>
              </a:rPr>
              <a:t> Analysis of the difference in proportions of a characteristic shared by members of two different populations. </a:t>
            </a:r>
            <a:endParaRPr lang="en-GB"/>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26416149" name="Subtitle 1"/>
          <p:cNvSpPr>
            <a:spLocks noGrp="1"/>
          </p:cNvSpPr>
          <p:nvPr>
            <p:ph type="subTitle" idx="1"/>
          </p:nvPr>
        </p:nvSpPr>
        <p:spPr bwMode="auto">
          <a:xfrm>
            <a:off x="521219" y="284375"/>
            <a:ext cx="10406581" cy="1391600"/>
          </a:xfrm>
        </p:spPr>
        <p:txBody>
          <a:bodyPr vert="horz" lIns="0" tIns="0" rIns="0" bIns="0" rtlCol="0" anchor="t">
            <a:noAutofit/>
          </a:bodyPr>
          <a:lstStyle/>
          <a:p>
            <a:pPr>
              <a:lnSpc>
                <a:spcPct val="100000"/>
              </a:lnSpc>
              <a:defRPr/>
            </a:pPr>
            <a:r>
              <a:rPr lang="en-GB" sz="2400" b="0">
                <a:latin typeface="Calibri"/>
                <a:cs typeface="Calibri"/>
              </a:rPr>
              <a:t>Add your </a:t>
            </a:r>
            <a:r>
              <a:rPr lang="en-GB" sz="2400">
                <a:latin typeface="Calibri"/>
                <a:cs typeface="Calibri"/>
              </a:rPr>
              <a:t>Hypotheses</a:t>
            </a:r>
            <a:r>
              <a:rPr lang="en-GB" sz="2400" b="0">
                <a:latin typeface="Calibri"/>
                <a:cs typeface="Calibri"/>
              </a:rPr>
              <a:t> to the previous RQ Slide  (both the Null and Alternative Hypotheses).  Here are definitions and examples. </a:t>
            </a:r>
            <a:r>
              <a:rPr lang="en-GB" sz="2400">
                <a:latin typeface="Calibri"/>
                <a:cs typeface="Calibri"/>
              </a:rPr>
              <a:t>Your hypothesis wording comes directly from your </a:t>
            </a:r>
            <a:r>
              <a:rPr lang="en-GB" sz="2400">
                <a:latin typeface="Calibri"/>
                <a:cs typeface="Calibri"/>
              </a:rPr>
              <a:t>RQ</a:t>
            </a:r>
            <a:r>
              <a:rPr lang="en-GB" sz="2400" b="0">
                <a:latin typeface="Calibri"/>
                <a:cs typeface="Calibri"/>
              </a:rPr>
              <a:t>. This is the formal way of reporting the results of your inferential test statistics,  in which we report the </a:t>
            </a:r>
            <a:r>
              <a:rPr lang="en-GB" sz="2400" b="0" i="1">
                <a:latin typeface="Calibri"/>
                <a:cs typeface="Calibri"/>
              </a:rPr>
              <a:t>effect</a:t>
            </a:r>
            <a:r>
              <a:rPr lang="en-GB" sz="2400" b="0">
                <a:latin typeface="Calibri"/>
                <a:cs typeface="Calibri"/>
              </a:rPr>
              <a:t> the independent variable has on the dependent variable – </a:t>
            </a:r>
            <a:endParaRPr/>
          </a:p>
          <a:p>
            <a:pPr marL="457200" indent="-457200">
              <a:lnSpc>
                <a:spcPct val="100000"/>
              </a:lnSpc>
              <a:buAutoNum type="arabicPeriod"/>
              <a:defRPr/>
            </a:pPr>
            <a:r>
              <a:rPr lang="en-GB" sz="2000" b="0">
                <a:latin typeface="Arial"/>
                <a:cs typeface="Arial"/>
              </a:rPr>
              <a:t>Null hypothesis (H</a:t>
            </a:r>
            <a:r>
              <a:rPr lang="en-GB" sz="2000" b="0" baseline="-25000">
                <a:latin typeface="Arial"/>
                <a:cs typeface="Arial"/>
              </a:rPr>
              <a:t>0</a:t>
            </a:r>
            <a:r>
              <a:rPr lang="en-GB" sz="2000" b="0">
                <a:latin typeface="Arial"/>
                <a:cs typeface="Arial"/>
              </a:rPr>
              <a:t>): There is </a:t>
            </a:r>
            <a:r>
              <a:rPr lang="en-GB" sz="2000">
                <a:latin typeface="Arial"/>
                <a:cs typeface="Arial"/>
              </a:rPr>
              <a:t>no </a:t>
            </a:r>
            <a:r>
              <a:rPr lang="en-GB" sz="2000" b="0">
                <a:latin typeface="Arial"/>
                <a:cs typeface="Arial"/>
              </a:rPr>
              <a:t>effect on the population – so you write one of the following:  </a:t>
            </a:r>
            <a:endParaRPr/>
          </a:p>
          <a:p>
            <a:pPr>
              <a:lnSpc>
                <a:spcPct val="100000"/>
              </a:lnSpc>
              <a:defRPr/>
            </a:pPr>
            <a:r>
              <a:rPr lang="en-GB" sz="2000" b="0">
                <a:solidFill>
                  <a:srgbClr val="FF0000"/>
                </a:solidFill>
                <a:latin typeface="Arial"/>
                <a:cs typeface="Arial"/>
              </a:rPr>
              <a:t>Null hypothesis (H</a:t>
            </a:r>
            <a:r>
              <a:rPr lang="en-GB" sz="2000" b="0" baseline="-25000">
                <a:solidFill>
                  <a:srgbClr val="FF0000"/>
                </a:solidFill>
                <a:latin typeface="Arial"/>
                <a:cs typeface="Arial"/>
              </a:rPr>
              <a:t>0</a:t>
            </a:r>
            <a:r>
              <a:rPr lang="en-GB" sz="2000" b="0">
                <a:solidFill>
                  <a:srgbClr val="FF0000"/>
                </a:solidFill>
                <a:latin typeface="Arial"/>
                <a:cs typeface="Arial"/>
              </a:rPr>
              <a:t>): There is </a:t>
            </a:r>
            <a:r>
              <a:rPr lang="en-GB" sz="2000">
                <a:solidFill>
                  <a:srgbClr val="FF0000"/>
                </a:solidFill>
                <a:latin typeface="Arial"/>
                <a:cs typeface="Arial"/>
              </a:rPr>
              <a:t>no</a:t>
            </a:r>
            <a:r>
              <a:rPr lang="en-GB" sz="2000" b="0">
                <a:solidFill>
                  <a:srgbClr val="FF0000"/>
                </a:solidFill>
                <a:latin typeface="Arial"/>
                <a:cs typeface="Arial"/>
              </a:rPr>
              <a:t> correlation between loan amount and personal income of applicants.</a:t>
            </a:r>
            <a:endParaRPr/>
          </a:p>
          <a:p>
            <a:pPr>
              <a:lnSpc>
                <a:spcPct val="100000"/>
              </a:lnSpc>
              <a:defRPr/>
            </a:pPr>
            <a:r>
              <a:rPr lang="en-GB" sz="2000" b="0">
                <a:latin typeface="Arial"/>
                <a:cs typeface="Arial"/>
              </a:rPr>
              <a:t>2. Alternative hypothesis (H</a:t>
            </a:r>
            <a:r>
              <a:rPr lang="en-GB" sz="2000" b="0" baseline="-25000">
                <a:latin typeface="Arial"/>
                <a:cs typeface="Arial"/>
              </a:rPr>
              <a:t>1</a:t>
            </a:r>
            <a:r>
              <a:rPr lang="en-GB" sz="2000" b="0">
                <a:latin typeface="Arial"/>
                <a:cs typeface="Arial"/>
              </a:rPr>
              <a:t>):  There appears to be an effect on the population – so you copy what you wrote for the Null hypothesis but remove the ‘no’ and replace with ‘</a:t>
            </a:r>
            <a:r>
              <a:rPr lang="en-GB" sz="2000">
                <a:latin typeface="Arial"/>
                <a:cs typeface="Arial"/>
              </a:rPr>
              <a:t>a’  </a:t>
            </a:r>
            <a:r>
              <a:rPr lang="en-GB" sz="2000" b="0">
                <a:latin typeface="Arial"/>
                <a:cs typeface="Arial"/>
              </a:rPr>
              <a:t>For example:</a:t>
            </a:r>
            <a:endParaRPr/>
          </a:p>
          <a:p>
            <a:pPr>
              <a:lnSpc>
                <a:spcPct val="100000"/>
              </a:lnSpc>
              <a:defRPr/>
            </a:pPr>
            <a:r>
              <a:rPr lang="en-GB" sz="2000" b="0">
                <a:solidFill>
                  <a:srgbClr val="FF0000"/>
                </a:solidFill>
                <a:latin typeface="Arial"/>
                <a:cs typeface="Arial"/>
              </a:rPr>
              <a:t>Alt hypothesis (H</a:t>
            </a:r>
            <a:r>
              <a:rPr lang="en-GB" sz="2000" b="0" baseline="-25000">
                <a:solidFill>
                  <a:srgbClr val="FF0000"/>
                </a:solidFill>
                <a:latin typeface="Arial"/>
                <a:cs typeface="Arial"/>
              </a:rPr>
              <a:t>1</a:t>
            </a:r>
            <a:r>
              <a:rPr lang="en-GB" sz="2000" b="0">
                <a:solidFill>
                  <a:srgbClr val="FF0000"/>
                </a:solidFill>
                <a:latin typeface="Arial"/>
                <a:cs typeface="Arial"/>
              </a:rPr>
              <a:t>): There is </a:t>
            </a:r>
            <a:r>
              <a:rPr lang="en-GB" sz="2000">
                <a:solidFill>
                  <a:srgbClr val="FF0000"/>
                </a:solidFill>
                <a:latin typeface="Arial"/>
                <a:cs typeface="Arial"/>
              </a:rPr>
              <a:t>a</a:t>
            </a:r>
            <a:r>
              <a:rPr lang="en-GB" sz="2000" b="0">
                <a:solidFill>
                  <a:srgbClr val="FF0000"/>
                </a:solidFill>
                <a:latin typeface="Arial"/>
                <a:cs typeface="Arial"/>
              </a:rPr>
              <a:t> correlation between </a:t>
            </a:r>
            <a:r>
              <a:rPr lang="en-GB" sz="2000" b="0" i="0" u="none" strike="noStrike" cap="none" spc="-99">
                <a:solidFill>
                  <a:srgbClr val="FF0000"/>
                </a:solidFill>
                <a:latin typeface="Arial"/>
                <a:ea typeface="Arial"/>
                <a:cs typeface="Arial"/>
              </a:rPr>
              <a:t>loan amount and personal income </a:t>
            </a:r>
            <a:r>
              <a:rPr lang="en-GB" sz="2000" b="0" i="0" u="none" strike="noStrike" cap="none" spc="-99">
                <a:solidFill>
                  <a:srgbClr val="FF0000"/>
                </a:solidFill>
                <a:latin typeface="Arial"/>
                <a:ea typeface="Arial"/>
                <a:cs typeface="Arial"/>
              </a:rPr>
              <a:t>of applicants</a:t>
            </a:r>
            <a:r>
              <a:rPr lang="en-GB" sz="2000" b="0">
                <a:solidFill>
                  <a:srgbClr val="FF0000"/>
                </a:solidFill>
                <a:latin typeface="Arial"/>
                <a:cs typeface="Arial"/>
              </a:rPr>
              <a:t>.</a:t>
            </a:r>
            <a:endParaRPr/>
          </a:p>
        </p:txBody>
      </p:sp>
      <p:sp>
        <p:nvSpPr>
          <p:cNvPr id="383389901" name="Slide Number Placeholder 3"/>
          <p:cNvSpPr>
            <a:spLocks noGrp="1"/>
          </p:cNvSpPr>
          <p:nvPr>
            <p:ph type="sldNum" sz="quarter" idx="12"/>
          </p:nvPr>
        </p:nvSpPr>
        <p:spPr bwMode="auto">
          <a:xfrm>
            <a:off x="11269543" y="284375"/>
            <a:ext cx="558281" cy="221244"/>
          </a:xfrm>
        </p:spPr>
        <p:txBody>
          <a:bodyPr/>
          <a:lstStyle/>
          <a:p>
            <a:pPr>
              <a:defRPr/>
            </a:pPr>
            <a:r>
              <a:rPr lang="en-US"/>
              <a:t>4</a:t>
            </a:r>
            <a:endParaRPr lang="en-GB"/>
          </a:p>
        </p:txBody>
      </p:sp>
      <p:sp>
        <p:nvSpPr>
          <p:cNvPr id="1720348779" name="TextBox 5"/>
          <p:cNvSpPr txBox="1"/>
          <p:nvPr/>
        </p:nvSpPr>
        <p:spPr bwMode="auto">
          <a:xfrm>
            <a:off x="3356146" y="5298491"/>
            <a:ext cx="7811779" cy="1477328"/>
          </a:xfrm>
          <a:prstGeom prst="rect">
            <a:avLst/>
          </a:prstGeom>
          <a:noFill/>
        </p:spPr>
        <p:txBody>
          <a:bodyPr wrap="square" lIns="91440" tIns="45720" rIns="91440" bIns="45720" anchor="t">
            <a:spAutoFit/>
          </a:bodyPr>
          <a:lstStyle/>
          <a:p>
            <a:pPr>
              <a:defRPr/>
            </a:pPr>
            <a:r>
              <a:rPr lang="en-GB"/>
              <a:t>L</a:t>
            </a:r>
            <a:r>
              <a:rPr lang="en-GB" sz="1800" b="0"/>
              <a:t>eave the hypotheses as </a:t>
            </a:r>
            <a:r>
              <a:rPr lang="en-GB"/>
              <a:t>two </a:t>
            </a:r>
            <a:r>
              <a:rPr lang="en-GB" sz="1800" b="0"/>
              <a:t>statements for now – after your </a:t>
            </a:r>
            <a:r>
              <a:rPr lang="en-GB"/>
              <a:t>statistical </a:t>
            </a:r>
            <a:r>
              <a:rPr lang="en-GB" sz="1800" b="0"/>
              <a:t>analysis </a:t>
            </a:r>
            <a:r>
              <a:rPr lang="en-GB"/>
              <a:t>test, </a:t>
            </a:r>
            <a:r>
              <a:rPr lang="en-GB" sz="1800" b="0"/>
              <a:t>you </a:t>
            </a:r>
            <a:r>
              <a:rPr lang="en-GB"/>
              <a:t>will </a:t>
            </a:r>
            <a:r>
              <a:rPr lang="en-GB" sz="1800" b="0"/>
              <a:t>choose one or the other.</a:t>
            </a:r>
            <a:r>
              <a:rPr lang="en-GB"/>
              <a:t> (</a:t>
            </a:r>
            <a:r>
              <a:rPr lang="en-GB" i="1"/>
              <a:t>You will report: "We fail to reject the null hypothesis" with no significant result, or if you do have significance [p-value = &lt; 0.05] you can state "We reject the null hypothesis".   More guidance on hypothesis testing is given in the lectures</a:t>
            </a:r>
            <a:r>
              <a:rPr lang="en-GB"/>
              <a:t>.)</a:t>
            </a:r>
            <a:endParaRPr lang="en-GB">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customXml/_rels/item1.xml.rels><?xml version="1.0" encoding="UTF-8" standalone="yes"?><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This value indicates the number of saves or revisions. The application is responsible for updating this value after each revision.</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 ds:uri="http://www.w3.org/2001/XMLSchema-instance"/>
  </ds:schemaRefs>
</ds:datastoreItem>
</file>

<file path=customXml/itemProps2.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3.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otalTime>0</TotalTime>
  <Words>0</Words>
  <Application>ONLYOFFICE/9.1.0.167</Application>
  <PresentationFormat>On-screen Show (4:3)</PresentationFormat>
  <Paragraphs>0</Paragraphs>
  <Slides>5</Slides>
  <Notes>5</Notes>
  <HiddenSlides>0</HiddenSlides>
  <MMClips>2</MMClips>
  <ScaleCrop>0</ScaleCrop>
  <HeadingPairs>
    <vt:vector size="4" baseType="variant">
      <vt:variant>
        <vt:lpstr>Theme</vt:lpstr>
      </vt:variant>
      <vt:variant>
        <vt:i4>1</vt:i4>
      </vt:variant>
      <vt:variant>
        <vt:lpstr>Slide Titles</vt:lpstr>
      </vt:variant>
      <vt:variant>
        <vt:i4>5</vt:i4>
      </vt:variant>
    </vt:vector>
  </HeadingPairs>
  <TitlesOfParts>
    <vt:vector size="6" baseType="lpstr">
      <vt:lpstr>Theme 1</vt:lpstr>
      <vt:lpstr>Slide 1</vt:lpstr>
      <vt:lpstr>Slide 2</vt:lpstr>
      <vt:lpstr>Slide 3</vt:lpstr>
      <vt:lpstr>Slide 4</vt:lpstr>
      <vt:lpstr>Slide 5</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
  <cp:revision>120</cp:revision>
  <dcterms:created xsi:type="dcterms:W3CDTF">2019-10-01T08:37:56Z</dcterms:created>
  <dcterms:modified xsi:type="dcterms:W3CDTF">2025-12-01T12:07:04Z</dcterms:modified>
</cp:coreProperties>
</file>