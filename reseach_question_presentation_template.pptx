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sldIdLst>
    <p:sldId id="256" r:id="rId5"/>
    <p:sldId id="257" r:id="rId6"/>
    <p:sldId id="258" r:id="rId7"/>
    <p:sldId id="259" r:id="rId8"/>
    <p:sldId id="260" r:id="rId9"/>
    <p:sldId id="261" r:id="rId10"/>
  </p:sldIdLst>
  <p:sldSz cx="12192000" cy="6858000"/>
  <p:notesSz cx="6858000" cy="9144000"/>
  <p:custDataLst>
    <p:custData r:id="rId3"/>
    <p:custData r:id="rId2"/>
    <p:custData r:id="rId1"/>
  </p:custDataLst>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3249">
          <p15:clr>
            <a:srgbClr val="A4A3A4"/>
          </p15:clr>
        </p15:guide>
        <p15:guide id="4" pos="7068">
          <p15:clr>
            <a:srgbClr val="A4A3A4"/>
          </p15:clr>
        </p15:guide>
        <p15:guide id="5" orient="horz" pos="13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2160"/>
        <p:guide pos="3840"/>
        <p:guide orient="horz" pos="3249"/>
        <p:guide pos="7068"/>
        <p:guide orient="horz" pos="13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806195396"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GB"/>
          </a:p>
        </p:txBody>
      </p:sp>
      <p:sp>
        <p:nvSpPr>
          <p:cNvPr id="750667840"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8E359C8A-39F6-4045-9163-4042C4C26B15}" type="datetimeFigureOut">
              <a:rPr lang="en-GB"/>
              <a:t>01/12/2025</a:t>
            </a:fld>
            <a:endParaRPr lang="en-GB"/>
          </a:p>
        </p:txBody>
      </p:sp>
      <p:sp>
        <p:nvSpPr>
          <p:cNvPr id="608673359"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GB"/>
          </a:p>
        </p:txBody>
      </p:sp>
      <p:sp>
        <p:nvSpPr>
          <p:cNvPr id="155334054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GB"/>
          </a:p>
        </p:txBody>
      </p:sp>
      <p:sp>
        <p:nvSpPr>
          <p:cNvPr id="52857120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GB"/>
          </a:p>
        </p:txBody>
      </p:sp>
      <p:sp>
        <p:nvSpPr>
          <p:cNvPr id="402210514"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30370952-48CC-46D7-9FCD-59FAD40CC025}" type="slidenum">
              <a:rPr lang="en-GB"/>
              <a:t>‹#›</a:t>
            </a:fld>
            <a:endParaRPr lang="en-GB"/>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69809634" name="Slide Image Placeholder 1"/>
          <p:cNvSpPr>
            <a:spLocks noGrp="1" noRot="1" noChangeAspect="1"/>
          </p:cNvSpPr>
          <p:nvPr>
            <p:ph type="sldImg"/>
          </p:nvPr>
        </p:nvSpPr>
        <p:spPr bwMode="auto"/>
      </p:sp>
      <p:sp>
        <p:nvSpPr>
          <p:cNvPr id="1554022109" name="Notes Placeholder 2"/>
          <p:cNvSpPr>
            <a:spLocks noGrp="1"/>
          </p:cNvSpPr>
          <p:nvPr>
            <p:ph type="body" idx="1"/>
          </p:nvPr>
        </p:nvSpPr>
        <p:spPr bwMode="auto"/>
        <p:txBody>
          <a:bodyPr/>
          <a:lstStyle/>
          <a:p>
            <a:pPr>
              <a:defRPr/>
            </a:pPr>
            <a:endParaRPr/>
          </a:p>
        </p:txBody>
      </p:sp>
      <p:sp>
        <p:nvSpPr>
          <p:cNvPr id="1694226680" name="Slide Number Placeholder 3"/>
          <p:cNvSpPr>
            <a:spLocks noGrp="1"/>
          </p:cNvSpPr>
          <p:nvPr>
            <p:ph type="sldNum" sz="quarter" idx="10"/>
          </p:nvPr>
        </p:nvSpPr>
        <p:spPr bwMode="auto"/>
        <p:txBody>
          <a:bodyPr/>
          <a:lstStyle/>
          <a:p>
            <a:pPr>
              <a:defRPr/>
            </a:pPr>
            <a:fld id="{FAC8827E-CDBC-E6FA-6E6A-5D539E4CD4C9}"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44603553" name="Slide Image Placeholder 1"/>
          <p:cNvSpPr>
            <a:spLocks noGrp="1" noRot="1" noChangeAspect="1"/>
          </p:cNvSpPr>
          <p:nvPr>
            <p:ph type="sldImg"/>
          </p:nvPr>
        </p:nvSpPr>
        <p:spPr bwMode="auto"/>
      </p:sp>
      <p:sp>
        <p:nvSpPr>
          <p:cNvPr id="332294807" name="Notes Placeholder 2"/>
          <p:cNvSpPr>
            <a:spLocks noGrp="1"/>
          </p:cNvSpPr>
          <p:nvPr>
            <p:ph type="body" idx="1"/>
          </p:nvPr>
        </p:nvSpPr>
        <p:spPr bwMode="auto"/>
        <p:txBody>
          <a:bodyPr/>
          <a:lstStyle/>
          <a:p>
            <a:pPr>
              <a:defRPr/>
            </a:pPr>
            <a:endParaRPr/>
          </a:p>
        </p:txBody>
      </p:sp>
      <p:sp>
        <p:nvSpPr>
          <p:cNvPr id="1608209844" name="Slide Number Placeholder 3"/>
          <p:cNvSpPr>
            <a:spLocks noGrp="1"/>
          </p:cNvSpPr>
          <p:nvPr>
            <p:ph type="sldNum" sz="quarter" idx="10"/>
          </p:nvPr>
        </p:nvSpPr>
        <p:spPr bwMode="auto"/>
        <p:txBody>
          <a:bodyPr/>
          <a:lstStyle/>
          <a:p>
            <a:pPr>
              <a:defRPr/>
            </a:pPr>
            <a:fld id="{188B2DA9-9B12-A205-E827-52919463250E}"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16560958" name="Slide Image Placeholder 1"/>
          <p:cNvSpPr>
            <a:spLocks noGrp="1" noRot="1" noChangeAspect="1"/>
          </p:cNvSpPr>
          <p:nvPr>
            <p:ph type="sldImg"/>
          </p:nvPr>
        </p:nvSpPr>
        <p:spPr bwMode="auto"/>
      </p:sp>
      <p:sp>
        <p:nvSpPr>
          <p:cNvPr id="327737649" name="Notes Placeholder 2"/>
          <p:cNvSpPr>
            <a:spLocks noGrp="1"/>
          </p:cNvSpPr>
          <p:nvPr>
            <p:ph type="body" idx="1"/>
          </p:nvPr>
        </p:nvSpPr>
        <p:spPr bwMode="auto"/>
        <p:txBody>
          <a:bodyPr/>
          <a:lstStyle/>
          <a:p>
            <a:pPr>
              <a:defRPr/>
            </a:pPr>
            <a:endParaRPr lang="en-GB"/>
          </a:p>
        </p:txBody>
      </p:sp>
      <p:sp>
        <p:nvSpPr>
          <p:cNvPr id="363756817" name="Slide Number Placeholder 3"/>
          <p:cNvSpPr>
            <a:spLocks noGrp="1"/>
          </p:cNvSpPr>
          <p:nvPr>
            <p:ph type="sldNum" sz="quarter" idx="5"/>
          </p:nvPr>
        </p:nvSpPr>
        <p:spPr bwMode="auto"/>
        <p:txBody>
          <a:bodyPr/>
          <a:lstStyle/>
          <a:p>
            <a:pPr>
              <a:defRPr/>
            </a:pPr>
            <a:fld id="{30370952-48CC-46D7-9FCD-59FAD40CC025}" type="slidenum">
              <a:rPr lang="en-GB"/>
              <a:t>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83313372" name="Slide Image Placeholder 1"/>
          <p:cNvSpPr>
            <a:spLocks noGrp="1" noRot="1" noChangeAspect="1"/>
          </p:cNvSpPr>
          <p:nvPr>
            <p:ph type="sldImg"/>
          </p:nvPr>
        </p:nvSpPr>
        <p:spPr bwMode="auto"/>
      </p:sp>
      <p:sp>
        <p:nvSpPr>
          <p:cNvPr id="608780270" name="Notes Placeholder 2"/>
          <p:cNvSpPr>
            <a:spLocks noGrp="1"/>
          </p:cNvSpPr>
          <p:nvPr>
            <p:ph type="body" idx="1"/>
          </p:nvPr>
        </p:nvSpPr>
        <p:spPr bwMode="auto"/>
        <p:txBody>
          <a:bodyPr/>
          <a:lstStyle/>
          <a:p>
            <a:pPr>
              <a:defRPr/>
            </a:pPr>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likert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endParaRPr/>
          </a:p>
          <a:p>
            <a:pPr>
              <a:defRPr/>
            </a:pPr>
            <a:endParaRPr lang="en-GB"/>
          </a:p>
          <a:p>
            <a:pPr>
              <a:defRPr/>
            </a:pPr>
            <a:r>
              <a:rPr lang="en-GB"/>
              <a:t>You will get only one opportunity to present your Research Question ahead of the submission date.  Have your questions ready, and be ready to take notes on feedback.</a:t>
            </a:r>
            <a:endParaRPr/>
          </a:p>
        </p:txBody>
      </p:sp>
      <p:sp>
        <p:nvSpPr>
          <p:cNvPr id="791503757" name="Slide Number Placeholder 3"/>
          <p:cNvSpPr>
            <a:spLocks noGrp="1"/>
          </p:cNvSpPr>
          <p:nvPr>
            <p:ph type="sldNum" sz="quarter" idx="5"/>
          </p:nvPr>
        </p:nvSpPr>
        <p:spPr bwMode="auto"/>
        <p:txBody>
          <a:bodyPr/>
          <a:lstStyle/>
          <a:p>
            <a:pPr>
              <a:defRPr/>
            </a:pPr>
            <a:fld id="{30370952-48CC-46D7-9FCD-59FAD40CC025}" type="slidenum">
              <a:rPr lang="en-GB"/>
              <a:t>4</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55457230" name="Slide Image Placeholder 1"/>
          <p:cNvSpPr>
            <a:spLocks noGrp="1" noRot="1" noChangeAspect="1"/>
          </p:cNvSpPr>
          <p:nvPr>
            <p:ph type="sldImg"/>
          </p:nvPr>
        </p:nvSpPr>
        <p:spPr bwMode="auto"/>
      </p:sp>
      <p:sp>
        <p:nvSpPr>
          <p:cNvPr id="289760864" name="Notes Placeholder 2"/>
          <p:cNvSpPr>
            <a:spLocks noGrp="1"/>
          </p:cNvSpPr>
          <p:nvPr>
            <p:ph type="body" idx="1"/>
          </p:nvPr>
        </p:nvSpPr>
        <p:spPr bwMode="auto"/>
        <p:txBody>
          <a:bodyPr/>
          <a:lstStyle/>
          <a:p>
            <a:pPr>
              <a:defRPr/>
            </a:pPr>
            <a:endParaRPr lang="en-GB"/>
          </a:p>
        </p:txBody>
      </p:sp>
      <p:sp>
        <p:nvSpPr>
          <p:cNvPr id="1552380769" name="Slide Number Placeholder 3"/>
          <p:cNvSpPr>
            <a:spLocks noGrp="1"/>
          </p:cNvSpPr>
          <p:nvPr>
            <p:ph type="sldNum" sz="quarter" idx="5"/>
          </p:nvPr>
        </p:nvSpPr>
        <p:spPr bwMode="auto"/>
        <p:txBody>
          <a:bodyPr/>
          <a:lstStyle/>
          <a:p>
            <a:pPr>
              <a:defRPr/>
            </a:pPr>
            <a:fld id="{30370952-48CC-46D7-9FCD-59FAD40CC025}" type="slidenum">
              <a:rPr lang="en-GB"/>
              <a:t>5</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90349260" name="Slide Image Placeholder 1"/>
          <p:cNvSpPr>
            <a:spLocks noGrp="1" noRot="1" noChangeAspect="1"/>
          </p:cNvSpPr>
          <p:nvPr>
            <p:ph type="sldImg"/>
          </p:nvPr>
        </p:nvSpPr>
        <p:spPr bwMode="auto"/>
      </p:sp>
      <p:sp>
        <p:nvSpPr>
          <p:cNvPr id="1249515045" name="Notes Placeholder 2"/>
          <p:cNvSpPr>
            <a:spLocks noGrp="1"/>
          </p:cNvSpPr>
          <p:nvPr>
            <p:ph type="body" idx="1"/>
          </p:nvPr>
        </p:nvSpPr>
        <p:spPr bwMode="auto"/>
        <p:txBody>
          <a:bodyPr/>
          <a:lstStyle/>
          <a:p>
            <a:pPr>
              <a:defRPr/>
            </a:pPr>
            <a:endParaRPr lang="en-GB"/>
          </a:p>
        </p:txBody>
      </p:sp>
      <p:sp>
        <p:nvSpPr>
          <p:cNvPr id="1365981303" name="Slide Number Placeholder 3"/>
          <p:cNvSpPr>
            <a:spLocks noGrp="1"/>
          </p:cNvSpPr>
          <p:nvPr>
            <p:ph type="sldNum" sz="quarter" idx="5"/>
          </p:nvPr>
        </p:nvSpPr>
        <p:spPr bwMode="auto"/>
        <p:txBody>
          <a:bodyPr/>
          <a:lstStyle/>
          <a:p>
            <a:pPr>
              <a:defRPr/>
            </a:pPr>
            <a:fld id="{30370952-48CC-46D7-9FCD-59FAD40CC025}" type="slidenum">
              <a:rPr lang="en-GB"/>
              <a:t>6</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Cover">
    <p:bg>
      <p:bgPr>
        <a:blipFill>
          <a:blip r:embed="rId2">
            <a:lum/>
          </a:blip>
          <a:stretch/>
        </a:blipFill>
        <a:effectLst/>
      </p:bgPr>
    </p:bg>
    <p:spTree>
      <p:nvGrpSpPr>
        <p:cNvPr id="1" name=""/>
        <p:cNvGrpSpPr/>
        <p:nvPr/>
      </p:nvGrpSpPr>
      <p:grpSpPr bwMode="auto">
        <a:xfrm>
          <a:off x="0" y="0"/>
          <a:ext cx="0" cy="0"/>
          <a:chOff x="0" y="0"/>
          <a:chExt cx="0" cy="0"/>
        </a:xfrm>
      </p:grpSpPr>
      <p:pic>
        <p:nvPicPr>
          <p:cNvPr id="826322864" name="Picture 3" descr="University of Hertfordshire logo"/>
          <p:cNvPicPr>
            <a:picLocks noChangeAspect="1"/>
          </p:cNvPicPr>
          <p:nvPr userDrawn="1"/>
        </p:nvPicPr>
        <p:blipFill rotWithShape="1">
          <a:blip r:embed="rId3"/>
          <a:stretch/>
        </p:blipFill>
        <p:spPr bwMode="auto">
          <a:xfrm>
            <a:off x="2844000" y="2854800"/>
            <a:ext cx="6501600" cy="115363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title" preserve="1" userDrawn="1">
  <p:cSld name="Section divider">
    <p:bg>
      <p:bgPr>
        <a:solidFill>
          <a:schemeClr val="accent1"/>
        </a:solidFill>
        <a:effectLst/>
      </p:bgPr>
    </p:bg>
    <p:spTree>
      <p:nvGrpSpPr>
        <p:cNvPr id="1" name=""/>
        <p:cNvGrpSpPr/>
        <p:nvPr/>
      </p:nvGrpSpPr>
      <p:grpSpPr bwMode="auto">
        <a:xfrm>
          <a:off x="0" y="0"/>
          <a:ext cx="0" cy="0"/>
          <a:chOff x="0" y="0"/>
          <a:chExt cx="0" cy="0"/>
        </a:xfrm>
      </p:grpSpPr>
      <p:sp>
        <p:nvSpPr>
          <p:cNvPr id="1740072435" name="Title 1"/>
          <p:cNvSpPr>
            <a:spLocks noGrp="1"/>
          </p:cNvSpPr>
          <p:nvPr>
            <p:ph type="ctrTitle" hasCustomPrompt="1"/>
          </p:nvPr>
        </p:nvSpPr>
        <p:spPr bwMode="auto">
          <a:xfrm>
            <a:off x="953999" y="2579715"/>
            <a:ext cx="10031157" cy="2160000"/>
          </a:xfrm>
        </p:spPr>
        <p:txBody>
          <a:bodyPr anchor="t" anchorCtr="0">
            <a:normAutofit/>
          </a:bodyPr>
          <a:lstStyle>
            <a:lvl1pPr algn="l">
              <a:lnSpc>
                <a:spcPts val="8000"/>
              </a:lnSpc>
              <a:defRPr sz="7500" b="1" spc="-200">
                <a:solidFill>
                  <a:schemeClr val="bg1"/>
                </a:solidFill>
              </a:defRPr>
            </a:lvl1pPr>
          </a:lstStyle>
          <a:p>
            <a:pPr>
              <a:defRPr/>
            </a:pPr>
            <a:r>
              <a:rPr lang="en-US"/>
              <a:t>Click to edit master title</a:t>
            </a:r>
            <a:endParaRPr lang="en-GB"/>
          </a:p>
        </p:txBody>
      </p:sp>
      <p:sp>
        <p:nvSpPr>
          <p:cNvPr id="1155263919" name="Subtitle 2"/>
          <p:cNvSpPr>
            <a:spLocks noGrp="1"/>
          </p:cNvSpPr>
          <p:nvPr>
            <p:ph type="subTitle" idx="1" hasCustomPrompt="1"/>
          </p:nvPr>
        </p:nvSpPr>
        <p:spPr bwMode="auto">
          <a:xfrm>
            <a:off x="954000" y="1890000"/>
            <a:ext cx="10031156" cy="360000"/>
          </a:xfrm>
        </p:spPr>
        <p:txBody>
          <a:bodyPr lIns="0" tIns="0" rIns="0" bIns="0">
            <a:noAutofit/>
          </a:bodyPr>
          <a:lstStyle>
            <a:lvl1pPr marL="0" indent="0" algn="l">
              <a:buNone/>
              <a:defRPr sz="3600" b="1" spc="-1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a:t>
            </a:r>
            <a:endParaRPr lang="en-GB"/>
          </a:p>
        </p:txBody>
      </p:sp>
      <p:sp>
        <p:nvSpPr>
          <p:cNvPr id="663783919" name="Footer Placeholder 4"/>
          <p:cNvSpPr>
            <a:spLocks noGrp="1"/>
          </p:cNvSpPr>
          <p:nvPr>
            <p:ph type="ftr" sz="quarter" idx="11"/>
          </p:nvPr>
        </p:nvSpPr>
        <p:spPr bwMode="auto">
          <a:xfrm>
            <a:off x="965289" y="779733"/>
            <a:ext cx="7176911" cy="230832"/>
          </a:xfrm>
        </p:spPr>
        <p:txBody>
          <a:bodyPr>
            <a:noAutofit/>
          </a:bodyPr>
          <a:lstStyle>
            <a:lvl1pPr>
              <a:defRPr>
                <a:solidFill>
                  <a:schemeClr val="bg1"/>
                </a:solidFill>
              </a:defRPr>
            </a:lvl1pPr>
          </a:lstStyle>
          <a:p>
            <a:pPr>
              <a:defRPr/>
            </a:pPr>
            <a:r>
              <a:rPr lang="en-GB"/>
              <a:t>PRESENTATION TITLE (ADD VIA INSERT, HEADER &amp; FOOTER)</a:t>
            </a:r>
            <a:endParaRPr lang="en-GB">
              <a:solidFill>
                <a:schemeClr val="bg1"/>
              </a:solidFill>
            </a:endParaRPr>
          </a:p>
        </p:txBody>
      </p:sp>
      <p:sp>
        <p:nvSpPr>
          <p:cNvPr id="1866656302" name="Slide Number Placeholder 5"/>
          <p:cNvSpPr>
            <a:spLocks noGrp="1"/>
          </p:cNvSpPr>
          <p:nvPr>
            <p:ph type="sldNum" sz="quarter" idx="12"/>
          </p:nvPr>
        </p:nvSpPr>
        <p:spPr bwMode="auto">
          <a:xfrm>
            <a:off x="10616400" y="779733"/>
            <a:ext cx="622800" cy="230832"/>
          </a:xfrm>
        </p:spPr>
        <p:txBody>
          <a:bodyPr wrap="square">
            <a:noAutofit/>
          </a:bodyPr>
          <a:lstStyle>
            <a:lvl1pPr>
              <a:defRPr>
                <a:solidFill>
                  <a:schemeClr val="bg1"/>
                </a:solidFill>
              </a:defRPr>
            </a:lvl1pPr>
          </a:lstStyle>
          <a:p>
            <a:pPr>
              <a:defRPr/>
            </a:pPr>
            <a:fld id="{E4D355CA-84B7-41B1-B164-8BB439CC7C6B}" type="slidenum">
              <a:rPr lang="en-GB"/>
              <a:t>‹#›</a:t>
            </a:fld>
            <a:endParaRPr lang="en-GB"/>
          </a:p>
        </p:txBody>
      </p:sp>
      <p:pic>
        <p:nvPicPr>
          <p:cNvPr id="655110147" name="Picture 7" descr="A picture containing drawing&#10;&#10;Description automatically generated"/>
          <p:cNvPicPr>
            <a:picLocks noChangeAspect="1"/>
          </p:cNvPicPr>
          <p:nvPr userDrawn="1"/>
        </p:nvPicPr>
        <p:blipFill rotWithShape="1">
          <a:blip r:embed="rId2"/>
          <a:stretch/>
        </p:blipFill>
        <p:spPr bwMode="auto">
          <a:xfrm>
            <a:off x="954000" y="5511600"/>
            <a:ext cx="2242800" cy="39795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Title page">
    <p:bg>
      <p:bgPr>
        <a:solidFill>
          <a:schemeClr val="bg1"/>
        </a:solidFill>
        <a:effectLst/>
      </p:bgPr>
    </p:bg>
    <p:spTree>
      <p:nvGrpSpPr>
        <p:cNvPr id="1" name=""/>
        <p:cNvGrpSpPr/>
        <p:nvPr/>
      </p:nvGrpSpPr>
      <p:grpSpPr bwMode="auto">
        <a:xfrm>
          <a:off x="0" y="0"/>
          <a:ext cx="0" cy="0"/>
          <a:chOff x="0" y="0"/>
          <a:chExt cx="0" cy="0"/>
        </a:xfrm>
      </p:grpSpPr>
      <p:sp>
        <p:nvSpPr>
          <p:cNvPr id="200310300" name="Subtitle 2"/>
          <p:cNvSpPr>
            <a:spLocks noGrp="1"/>
          </p:cNvSpPr>
          <p:nvPr>
            <p:ph type="subTitle" idx="1"/>
          </p:nvPr>
        </p:nvSpPr>
        <p:spPr bwMode="auto">
          <a:xfrm>
            <a:off x="954000" y="1890000"/>
            <a:ext cx="7200000" cy="360000"/>
          </a:xfrm>
        </p:spPr>
        <p:txBody>
          <a:bodyPr lIns="0" tIns="0" rIns="0" bIns="0">
            <a:noAutofit/>
          </a:bodyPr>
          <a:lstStyle>
            <a:lvl1pPr marL="0" indent="0" algn="l">
              <a:buNone/>
              <a:defRPr sz="3600" b="1" spc="-1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GB"/>
          </a:p>
        </p:txBody>
      </p:sp>
      <p:sp>
        <p:nvSpPr>
          <p:cNvPr id="577476553" name="Footer Placeholder 4"/>
          <p:cNvSpPr>
            <a:spLocks noGrp="1"/>
          </p:cNvSpPr>
          <p:nvPr>
            <p:ph type="ftr" sz="quarter" idx="11"/>
          </p:nvPr>
        </p:nvSpPr>
        <p:spPr bwMode="auto">
          <a:xfrm>
            <a:off x="965289" y="791022"/>
            <a:ext cx="7176911" cy="230832"/>
          </a:xfrm>
        </p:spPr>
        <p:txBody>
          <a:bodyPr>
            <a:noAutofit/>
          </a:bodyPr>
          <a:lstStyle>
            <a:lvl1pPr>
              <a:defRPr>
                <a:solidFill>
                  <a:srgbClr val="8F9898"/>
                </a:solidFill>
              </a:defRPr>
            </a:lvl1pPr>
          </a:lstStyle>
          <a:p>
            <a:pPr>
              <a:defRPr/>
            </a:pPr>
            <a:r>
              <a:rPr lang="en-GB"/>
              <a:t>PRESENTATION TITLE (ADD VIA INSERT, HEADER &amp; FOOTER)</a:t>
            </a:r>
            <a:endParaRPr/>
          </a:p>
        </p:txBody>
      </p:sp>
      <p:sp>
        <p:nvSpPr>
          <p:cNvPr id="1444960051" name="Slide Number Placeholder 5"/>
          <p:cNvSpPr>
            <a:spLocks noGrp="1"/>
          </p:cNvSpPr>
          <p:nvPr>
            <p:ph type="sldNum" sz="quarter" idx="12"/>
          </p:nvPr>
        </p:nvSpPr>
        <p:spPr bwMode="auto">
          <a:xfrm>
            <a:off x="10616400" y="791022"/>
            <a:ext cx="622800" cy="230832"/>
          </a:xfrm>
        </p:spPr>
        <p:txBody>
          <a:bodyPr wrap="square">
            <a:noAutofit/>
          </a:bodyPr>
          <a:lstStyle>
            <a:lvl1pPr>
              <a:defRPr>
                <a:solidFill>
                  <a:srgbClr val="8F9898"/>
                </a:solidFill>
              </a:defRPr>
            </a:lvl1pPr>
          </a:lstStyle>
          <a:p>
            <a:pPr>
              <a:defRPr/>
            </a:pPr>
            <a:fld id="{E4D355CA-84B7-41B1-B164-8BB439CC7C6B}" type="slidenum">
              <a:rPr lang="en-GB"/>
              <a:t>‹#›</a:t>
            </a:fld>
            <a:endParaRPr lang="en-GB"/>
          </a:p>
        </p:txBody>
      </p:sp>
      <p:sp>
        <p:nvSpPr>
          <p:cNvPr id="1858167204" name="Title 1"/>
          <p:cNvSpPr>
            <a:spLocks noGrp="1"/>
          </p:cNvSpPr>
          <p:nvPr>
            <p:ph type="ctrTitle" hasCustomPrompt="1"/>
          </p:nvPr>
        </p:nvSpPr>
        <p:spPr bwMode="auto">
          <a:xfrm>
            <a:off x="953999" y="2579715"/>
            <a:ext cx="10031157" cy="2160000"/>
          </a:xfrm>
        </p:spPr>
        <p:txBody>
          <a:bodyPr anchor="t" anchorCtr="0">
            <a:normAutofit/>
          </a:bodyPr>
          <a:lstStyle>
            <a:lvl1pPr algn="l">
              <a:lnSpc>
                <a:spcPts val="8000"/>
              </a:lnSpc>
              <a:defRPr sz="7500" b="1" spc="-200">
                <a:solidFill>
                  <a:schemeClr val="tx1"/>
                </a:solidFill>
              </a:defRPr>
            </a:lvl1pPr>
          </a:lstStyle>
          <a:p>
            <a:pPr>
              <a:defRPr/>
            </a:pPr>
            <a:r>
              <a:rPr lang="en-US"/>
              <a:t>Click to edit master title</a:t>
            </a:r>
            <a:endParaRPr lang="en-GB"/>
          </a:p>
        </p:txBody>
      </p:sp>
      <p:sp>
        <p:nvSpPr>
          <p:cNvPr id="1099480525" name="Rectangle 9"/>
          <p:cNvSpPr/>
          <p:nvPr userDrawn="1"/>
        </p:nvSpPr>
        <p:spPr bwMode="auto">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solidFill>
                <a:schemeClr val="accent1"/>
              </a:solidFill>
            </a:endParaRPr>
          </a:p>
        </p:txBody>
      </p:sp>
      <p:pic>
        <p:nvPicPr>
          <p:cNvPr id="707240348" name="Picture 10"/>
          <p:cNvPicPr>
            <a:picLocks noChangeAspect="1"/>
          </p:cNvPicPr>
          <p:nvPr userDrawn="1"/>
        </p:nvPicPr>
        <p:blipFill rotWithShape="1">
          <a:blip r:embed="rId2">
            <a:extLst>
              <a:ext uri="{96DAC541-7B7A-43D3-8B79-37D633B846F1}">
                <asvg:svgBlip xmlns:asvg="http://schemas.microsoft.com/office/drawing/2016/SVG/main" r:embed="rId3"/>
              </a:ext>
            </a:extLst>
          </a:blip>
          <a:stretch/>
        </p:blipFill>
        <p:spPr bwMode="auto">
          <a:xfrm>
            <a:off x="953998" y="5517266"/>
            <a:ext cx="2244881" cy="39690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itle and Two Content">
    <p:bg>
      <p:bgPr>
        <a:solidFill>
          <a:schemeClr val="bg1"/>
        </a:solidFill>
        <a:effectLst/>
      </p:bgPr>
    </p:bg>
    <p:spTree>
      <p:nvGrpSpPr>
        <p:cNvPr id="1" name=""/>
        <p:cNvGrpSpPr/>
        <p:nvPr/>
      </p:nvGrpSpPr>
      <p:grpSpPr bwMode="auto">
        <a:xfrm>
          <a:off x="0" y="0"/>
          <a:ext cx="0" cy="0"/>
          <a:chOff x="0" y="0"/>
          <a:chExt cx="0" cy="0"/>
        </a:xfrm>
      </p:grpSpPr>
      <p:sp>
        <p:nvSpPr>
          <p:cNvPr id="330505536" name="Title 1"/>
          <p:cNvSpPr>
            <a:spLocks noGrp="1"/>
          </p:cNvSpPr>
          <p:nvPr>
            <p:ph type="title"/>
          </p:nvPr>
        </p:nvSpPr>
        <p:spPr bwMode="auto"/>
        <p:txBody>
          <a:bodyPr/>
          <a:lstStyle/>
          <a:p>
            <a:pPr>
              <a:defRPr/>
            </a:pPr>
            <a:r>
              <a:rPr lang="en-US"/>
              <a:t>Click to edit Master title style</a:t>
            </a:r>
            <a:endParaRPr lang="en-GB"/>
          </a:p>
        </p:txBody>
      </p:sp>
      <p:sp>
        <p:nvSpPr>
          <p:cNvPr id="701818232" name="Content Placeholder 2"/>
          <p:cNvSpPr>
            <a:spLocks noGrp="1"/>
          </p:cNvSpPr>
          <p:nvPr>
            <p:ph sz="half" idx="1" hasCustomPrompt="1"/>
          </p:nvPr>
        </p:nvSpPr>
        <p:spPr bwMode="auto">
          <a:xfrm>
            <a:off x="973668" y="2717444"/>
            <a:ext cx="4903200" cy="3175200"/>
          </a:xfrm>
        </p:spPr>
        <p:txBody>
          <a:bodyPr vert="horz" lIns="0" tIns="0" rIns="0" bIns="0" rtlCol="0">
            <a:noAutofit/>
          </a:bodyPr>
          <a:lstStyle>
            <a:lvl1pPr>
              <a:defRPr lang="en-US" b="0">
                <a:solidFill>
                  <a:srgbClr val="203232"/>
                </a:solidFill>
              </a:defRPr>
            </a:lvl1pPr>
            <a:lvl2pPr>
              <a:defRPr lang="en-US"/>
            </a:lvl2pPr>
            <a:lvl3pPr>
              <a:defRPr lang="en-GB"/>
            </a:lvl3pPr>
            <a:lvl4pPr>
              <a:defRPr/>
            </a:lvl4pPr>
            <a:lvl5pPr>
              <a:defRPr>
                <a:solidFill>
                  <a:schemeClr val="accent4"/>
                </a:solidFill>
              </a:defRPr>
            </a:lvl5pPr>
          </a:lstStyle>
          <a:p>
            <a:pPr lvl="0">
              <a:defRPr/>
            </a:pPr>
            <a:r>
              <a:rPr lang="en-GB"/>
              <a:t>Add Text</a:t>
            </a:r>
            <a:endParaRPr/>
          </a:p>
        </p:txBody>
      </p:sp>
      <p:sp>
        <p:nvSpPr>
          <p:cNvPr id="2010893821" name="Content Placeholder 3"/>
          <p:cNvSpPr>
            <a:spLocks noGrp="1"/>
          </p:cNvSpPr>
          <p:nvPr>
            <p:ph sz="half" idx="2" hasCustomPrompt="1"/>
          </p:nvPr>
        </p:nvSpPr>
        <p:spPr bwMode="auto">
          <a:xfrm>
            <a:off x="6336000" y="2717444"/>
            <a:ext cx="4456800" cy="3175200"/>
          </a:xfrm>
        </p:spPr>
        <p:txBody>
          <a:bodyPr vert="horz" lIns="0" tIns="0" rIns="0" bIns="0" rtlCol="0">
            <a:noAutofit/>
          </a:bodyPr>
          <a:lstStyle>
            <a:lvl1pPr marL="0" marR="0" indent="0" algn="l" defTabSz="914400" rtl="0">
              <a:lnSpc>
                <a:spcPts val="2880"/>
              </a:lnSpc>
              <a:spcBef>
                <a:spcPts val="0"/>
              </a:spcBef>
              <a:spcAft>
                <a:spcPts val="992"/>
              </a:spcAft>
              <a:buClrTx/>
              <a:buSzTx/>
              <a:buFont typeface="Arial"/>
              <a:buNone/>
              <a:defRPr lang="en-US" b="0">
                <a:solidFill>
                  <a:srgbClr val="203232"/>
                </a:solidFill>
              </a:defRPr>
            </a:lvl1pPr>
            <a:lvl2pPr>
              <a:defRPr lang="en-US"/>
            </a:lvl2pPr>
            <a:lvl3pPr>
              <a:defRPr lang="en-GB"/>
            </a:lvl3pPr>
            <a:lvl4pPr>
              <a:defRPr/>
            </a:lvl4pPr>
            <a:lvl5pPr>
              <a:defRPr>
                <a:solidFill>
                  <a:schemeClr val="accent4"/>
                </a:solidFill>
              </a:defRPr>
            </a:lvl5pPr>
          </a:lstStyle>
          <a:p>
            <a:pPr marL="0" marR="0" lvl="0" indent="0" algn="l" defTabSz="914400" rtl="0">
              <a:lnSpc>
                <a:spcPts val="2880"/>
              </a:lnSpc>
              <a:spcBef>
                <a:spcPts val="0"/>
              </a:spcBef>
              <a:spcAft>
                <a:spcPts val="992"/>
              </a:spcAft>
              <a:buClrTx/>
              <a:buSzTx/>
              <a:buFont typeface="Arial"/>
              <a:buNone/>
              <a:defRPr/>
            </a:pPr>
            <a:r>
              <a:rPr lang="en-GB" b="0"/>
              <a:t>Add Text</a:t>
            </a:r>
            <a:endParaRPr lang="en-GB"/>
          </a:p>
        </p:txBody>
      </p:sp>
      <p:sp>
        <p:nvSpPr>
          <p:cNvPr id="1187847833" name="Footer Placeholder 5"/>
          <p:cNvSpPr>
            <a:spLocks noGrp="1"/>
          </p:cNvSpPr>
          <p:nvPr>
            <p:ph type="ftr" sz="quarter" idx="11"/>
          </p:nvPr>
        </p:nvSpPr>
        <p:spPr bwMode="auto"/>
        <p:txBody>
          <a:bodyPr/>
          <a:lstStyle/>
          <a:p>
            <a:pPr>
              <a:defRPr/>
            </a:pPr>
            <a:r>
              <a:rPr lang="en-GB"/>
              <a:t>PRESENTATION TITLE (ADD VIA INSERT, HEADER &amp; FOOTER)</a:t>
            </a:r>
            <a:endParaRPr/>
          </a:p>
        </p:txBody>
      </p:sp>
      <p:sp>
        <p:nvSpPr>
          <p:cNvPr id="78913828" name="Slide Number Placeholder 6"/>
          <p:cNvSpPr>
            <a:spLocks noGrp="1"/>
          </p:cNvSpPr>
          <p:nvPr>
            <p:ph type="sldNum" sz="quarter" idx="12"/>
          </p:nvPr>
        </p:nvSpPr>
        <p:spPr bwMode="auto"/>
        <p:txBody>
          <a:bodyPr/>
          <a:lstStyle/>
          <a:p>
            <a:pPr>
              <a:defRPr/>
            </a:pPr>
            <a:fld id="{E4D355CA-84B7-41B1-B164-8BB439CC7C6B}" type="slidenum">
              <a:rPr lang="en-GB"/>
              <a:t>‹#›</a:t>
            </a:fld>
            <a:endParaRPr lang="en-GB"/>
          </a:p>
        </p:txBody>
      </p:sp>
      <p:sp>
        <p:nvSpPr>
          <p:cNvPr id="1318375588" name="Rectangle 7"/>
          <p:cNvSpPr/>
          <p:nvPr userDrawn="1"/>
        </p:nvSpPr>
        <p:spPr bwMode="auto">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solidFill>
                <a:schemeClr val="accent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bg>
      <p:bgPr>
        <a:solidFill>
          <a:schemeClr val="bg1"/>
        </a:solidFill>
        <a:effectLst/>
      </p:bgPr>
    </p:bg>
    <p:spTree>
      <p:nvGrpSpPr>
        <p:cNvPr id="1" name=""/>
        <p:cNvGrpSpPr/>
        <p:nvPr/>
      </p:nvGrpSpPr>
      <p:grpSpPr bwMode="auto">
        <a:xfrm>
          <a:off x="0" y="0"/>
          <a:ext cx="0" cy="0"/>
          <a:chOff x="0" y="0"/>
          <a:chExt cx="0" cy="0"/>
        </a:xfrm>
      </p:grpSpPr>
      <p:sp>
        <p:nvSpPr>
          <p:cNvPr id="637269619" name="Title 1"/>
          <p:cNvSpPr>
            <a:spLocks noGrp="1"/>
          </p:cNvSpPr>
          <p:nvPr>
            <p:ph type="title"/>
          </p:nvPr>
        </p:nvSpPr>
        <p:spPr bwMode="auto"/>
        <p:txBody>
          <a:bodyPr/>
          <a:lstStyle/>
          <a:p>
            <a:pPr>
              <a:defRPr/>
            </a:pPr>
            <a:r>
              <a:rPr lang="en-US"/>
              <a:t>Click to edit Master title style</a:t>
            </a:r>
            <a:endParaRPr lang="en-GB"/>
          </a:p>
        </p:txBody>
      </p:sp>
      <p:sp>
        <p:nvSpPr>
          <p:cNvPr id="1879584696" name="Content Placeholder 2"/>
          <p:cNvSpPr>
            <a:spLocks noGrp="1"/>
          </p:cNvSpPr>
          <p:nvPr>
            <p:ph idx="1" hasCustomPrompt="1"/>
          </p:nvPr>
        </p:nvSpPr>
        <p:spPr bwMode="auto">
          <a:xfrm>
            <a:off x="970139" y="2717600"/>
            <a:ext cx="10251722" cy="3175200"/>
          </a:xfrm>
        </p:spPr>
        <p:txBody>
          <a:bodyPr vert="horz" lIns="0" tIns="0" rIns="0" bIns="0" rtlCol="0">
            <a:noAutofit/>
          </a:bodyPr>
          <a:lstStyle>
            <a:lvl1pPr>
              <a:defRPr lang="en-US" b="0">
                <a:solidFill>
                  <a:srgbClr val="203232"/>
                </a:solidFill>
              </a:defRPr>
            </a:lvl1pPr>
            <a:lvl2pPr>
              <a:defRPr lang="en-US"/>
            </a:lvl2pPr>
            <a:lvl3pPr>
              <a:defRPr lang="en-GB"/>
            </a:lvl3pPr>
            <a:lvl5pPr>
              <a:defRPr>
                <a:solidFill>
                  <a:schemeClr val="accent4"/>
                </a:solidFill>
              </a:defRPr>
            </a:lvl5pPr>
          </a:lstStyle>
          <a:p>
            <a:pPr lvl="0">
              <a:defRPr/>
            </a:pPr>
            <a:r>
              <a:rPr lang="en-GB"/>
              <a:t>Add Text</a:t>
            </a:r>
            <a:endParaRPr/>
          </a:p>
        </p:txBody>
      </p:sp>
      <p:sp>
        <p:nvSpPr>
          <p:cNvPr id="1639797544" name="Footer Placeholder 4"/>
          <p:cNvSpPr>
            <a:spLocks noGrp="1"/>
          </p:cNvSpPr>
          <p:nvPr>
            <p:ph type="ftr" sz="quarter" idx="11"/>
          </p:nvPr>
        </p:nvSpPr>
        <p:spPr bwMode="auto"/>
        <p:txBody>
          <a:bodyPr/>
          <a:lstStyle/>
          <a:p>
            <a:pPr>
              <a:defRPr/>
            </a:pPr>
            <a:r>
              <a:rPr lang="en-GB"/>
              <a:t>PRESENTATION TITLE (ADD VIA INSERT, HEADER &amp; FOOTER)</a:t>
            </a:r>
            <a:endParaRPr/>
          </a:p>
        </p:txBody>
      </p:sp>
      <p:sp>
        <p:nvSpPr>
          <p:cNvPr id="75662216" name="Slide Number Placeholder 5"/>
          <p:cNvSpPr>
            <a:spLocks noGrp="1"/>
          </p:cNvSpPr>
          <p:nvPr>
            <p:ph type="sldNum" sz="quarter" idx="12"/>
          </p:nvPr>
        </p:nvSpPr>
        <p:spPr bwMode="auto"/>
        <p:txBody>
          <a:bodyPr/>
          <a:lstStyle/>
          <a:p>
            <a:pPr>
              <a:defRPr/>
            </a:pPr>
            <a:fld id="{E4D355CA-84B7-41B1-B164-8BB439CC7C6B}" type="slidenum">
              <a:rPr lang="en-GB"/>
              <a:t>‹#›</a:t>
            </a:fld>
            <a:endParaRPr lang="en-GB"/>
          </a:p>
        </p:txBody>
      </p:sp>
      <p:sp>
        <p:nvSpPr>
          <p:cNvPr id="198423127" name="Rectangle 6"/>
          <p:cNvSpPr/>
          <p:nvPr userDrawn="1"/>
        </p:nvSpPr>
        <p:spPr bwMode="auto">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Large">
    <p:bg>
      <p:bgPr>
        <a:solidFill>
          <a:schemeClr val="bg1"/>
        </a:solidFill>
        <a:effectLst/>
      </p:bgPr>
    </p:bg>
    <p:spTree>
      <p:nvGrpSpPr>
        <p:cNvPr id="1" name=""/>
        <p:cNvGrpSpPr/>
        <p:nvPr/>
      </p:nvGrpSpPr>
      <p:grpSpPr bwMode="auto">
        <a:xfrm>
          <a:off x="0" y="0"/>
          <a:ext cx="0" cy="0"/>
          <a:chOff x="0" y="0"/>
          <a:chExt cx="0" cy="0"/>
        </a:xfrm>
      </p:grpSpPr>
      <p:sp>
        <p:nvSpPr>
          <p:cNvPr id="465510609" name="Title 1"/>
          <p:cNvSpPr>
            <a:spLocks noGrp="1"/>
          </p:cNvSpPr>
          <p:nvPr>
            <p:ph type="title" hasCustomPrompt="1"/>
          </p:nvPr>
        </p:nvSpPr>
        <p:spPr bwMode="auto">
          <a:xfrm>
            <a:off x="954000" y="775255"/>
            <a:ext cx="7361569" cy="365125"/>
          </a:xfrm>
        </p:spPr>
        <p:txBody>
          <a:bodyPr/>
          <a:lstStyle/>
          <a:p>
            <a:pPr>
              <a:defRPr/>
            </a:pPr>
            <a:r>
              <a:rPr lang="en-US"/>
              <a:t>Click to add title.</a:t>
            </a:r>
            <a:endParaRPr lang="en-GB"/>
          </a:p>
        </p:txBody>
      </p:sp>
      <p:sp>
        <p:nvSpPr>
          <p:cNvPr id="294223192" name="Content Placeholder 2"/>
          <p:cNvSpPr>
            <a:spLocks noGrp="1"/>
          </p:cNvSpPr>
          <p:nvPr>
            <p:ph idx="1" hasCustomPrompt="1"/>
          </p:nvPr>
        </p:nvSpPr>
        <p:spPr bwMode="auto">
          <a:xfrm>
            <a:off x="970139" y="1367692"/>
            <a:ext cx="10251722" cy="4923693"/>
          </a:xfrm>
        </p:spPr>
        <p:txBody>
          <a:bodyPr vert="horz" lIns="0" tIns="0" rIns="0" bIns="0" rtlCol="0">
            <a:noAutofit/>
          </a:bodyPr>
          <a:lstStyle>
            <a:lvl1pPr>
              <a:defRPr lang="en-US" b="0">
                <a:solidFill>
                  <a:srgbClr val="203232"/>
                </a:solidFill>
              </a:defRPr>
            </a:lvl1pPr>
            <a:lvl2pPr>
              <a:defRPr lang="en-US"/>
            </a:lvl2pPr>
            <a:lvl3pPr>
              <a:defRPr lang="en-GB"/>
            </a:lvl3pPr>
            <a:lvl5pPr>
              <a:defRPr>
                <a:solidFill>
                  <a:schemeClr val="accent4"/>
                </a:solidFill>
              </a:defRPr>
            </a:lvl5pPr>
          </a:lstStyle>
          <a:p>
            <a:pPr lvl="0">
              <a:defRPr/>
            </a:pPr>
            <a:r>
              <a:rPr lang="en-GB"/>
              <a:t>Add Text</a:t>
            </a:r>
            <a:endParaRPr/>
          </a:p>
        </p:txBody>
      </p:sp>
      <p:sp>
        <p:nvSpPr>
          <p:cNvPr id="1312604369" name="Slide Number Placeholder 5"/>
          <p:cNvSpPr>
            <a:spLocks noGrp="1"/>
          </p:cNvSpPr>
          <p:nvPr>
            <p:ph type="sldNum" sz="quarter" idx="12"/>
          </p:nvPr>
        </p:nvSpPr>
        <p:spPr bwMode="auto"/>
        <p:txBody>
          <a:bodyPr/>
          <a:lstStyle/>
          <a:p>
            <a:pPr>
              <a:defRPr/>
            </a:pPr>
            <a:fld id="{E4D355CA-84B7-41B1-B164-8BB439CC7C6B}" type="slidenum">
              <a:rPr lang="en-GB"/>
              <a:t>‹#›</a:t>
            </a:fld>
            <a:endParaRPr lang="en-GB"/>
          </a:p>
        </p:txBody>
      </p:sp>
      <p:sp>
        <p:nvSpPr>
          <p:cNvPr id="1352126452" name="Rectangle 6"/>
          <p:cNvSpPr/>
          <p:nvPr userDrawn="1"/>
        </p:nvSpPr>
        <p:spPr bwMode="auto">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Title and Content Large blue">
    <p:bg>
      <p:bgPr>
        <a:solidFill>
          <a:schemeClr val="accent1"/>
        </a:solidFill>
        <a:effectLst/>
      </p:bgPr>
    </p:bg>
    <p:spTree>
      <p:nvGrpSpPr>
        <p:cNvPr id="1" name=""/>
        <p:cNvGrpSpPr/>
        <p:nvPr/>
      </p:nvGrpSpPr>
      <p:grpSpPr bwMode="auto">
        <a:xfrm>
          <a:off x="0" y="0"/>
          <a:ext cx="0" cy="0"/>
          <a:chOff x="0" y="0"/>
          <a:chExt cx="0" cy="0"/>
        </a:xfrm>
      </p:grpSpPr>
      <p:sp>
        <p:nvSpPr>
          <p:cNvPr id="1625624994" name="Slide Number Placeholder 5"/>
          <p:cNvSpPr>
            <a:spLocks noGrp="1"/>
          </p:cNvSpPr>
          <p:nvPr>
            <p:ph type="sldNum" sz="quarter" idx="12"/>
          </p:nvPr>
        </p:nvSpPr>
        <p:spPr bwMode="auto"/>
        <p:txBody>
          <a:bodyPr/>
          <a:lstStyle>
            <a:lvl1pPr>
              <a:defRPr>
                <a:solidFill>
                  <a:schemeClr val="bg1"/>
                </a:solidFill>
              </a:defRPr>
            </a:lvl1pPr>
          </a:lstStyle>
          <a:p>
            <a:pPr>
              <a:defRPr/>
            </a:pPr>
            <a:fld id="{E4D355CA-84B7-41B1-B164-8BB439CC7C6B}" type="slidenum">
              <a:rPr lang="en-GB"/>
              <a:t>‹#›</a:t>
            </a:fld>
            <a:endParaRPr lang="en-GB"/>
          </a:p>
        </p:txBody>
      </p:sp>
      <p:sp>
        <p:nvSpPr>
          <p:cNvPr id="750038982" name="Content Placeholder 2"/>
          <p:cNvSpPr>
            <a:spLocks noGrp="1"/>
          </p:cNvSpPr>
          <p:nvPr>
            <p:ph idx="1" hasCustomPrompt="1"/>
          </p:nvPr>
        </p:nvSpPr>
        <p:spPr bwMode="auto">
          <a:xfrm>
            <a:off x="970139" y="1367692"/>
            <a:ext cx="10251722" cy="4923693"/>
          </a:xfrm>
        </p:spPr>
        <p:txBody>
          <a:bodyPr vert="horz" lIns="0" tIns="0" rIns="0" bIns="0" rtlCol="0">
            <a:noAutofit/>
          </a:bodyPr>
          <a:lstStyle>
            <a:lvl1pPr>
              <a:defRPr lang="en-US" b="0">
                <a:solidFill>
                  <a:schemeClr val="bg1"/>
                </a:solidFill>
              </a:defRPr>
            </a:lvl1pPr>
            <a:lvl2pPr>
              <a:defRPr lang="en-US">
                <a:solidFill>
                  <a:schemeClr val="bg1"/>
                </a:solidFill>
              </a:defRPr>
            </a:lvl2pPr>
            <a:lvl3pPr>
              <a:defRPr lang="en-GB">
                <a:solidFill>
                  <a:schemeClr val="bg1"/>
                </a:solidFill>
              </a:defRPr>
            </a:lvl3pPr>
            <a:lvl4pPr>
              <a:defRPr>
                <a:solidFill>
                  <a:schemeClr val="bg1"/>
                </a:solidFill>
              </a:defRPr>
            </a:lvl4pPr>
            <a:lvl5pPr>
              <a:defRPr>
                <a:solidFill>
                  <a:schemeClr val="bg1"/>
                </a:solidFill>
              </a:defRPr>
            </a:lvl5pPr>
          </a:lstStyle>
          <a:p>
            <a:pPr lvl="0">
              <a:defRPr/>
            </a:pPr>
            <a:r>
              <a:rPr lang="en-US"/>
              <a:t>Add Text</a:t>
            </a:r>
            <a:endParaRPr lang="en-GB"/>
          </a:p>
        </p:txBody>
      </p:sp>
      <p:sp>
        <p:nvSpPr>
          <p:cNvPr id="1209711662" name="Title 1"/>
          <p:cNvSpPr>
            <a:spLocks noGrp="1"/>
          </p:cNvSpPr>
          <p:nvPr>
            <p:ph type="title" hasCustomPrompt="1"/>
          </p:nvPr>
        </p:nvSpPr>
        <p:spPr bwMode="auto">
          <a:xfrm>
            <a:off x="954000" y="775255"/>
            <a:ext cx="7361569" cy="365125"/>
          </a:xfrm>
        </p:spPr>
        <p:txBody>
          <a:bodyPr/>
          <a:lstStyle>
            <a:lvl1pPr>
              <a:defRPr>
                <a:solidFill>
                  <a:schemeClr val="bg1"/>
                </a:solidFill>
              </a:defRPr>
            </a:lvl1pPr>
          </a:lstStyle>
          <a:p>
            <a:pPr>
              <a:defRPr/>
            </a:pPr>
            <a:r>
              <a:rPr lang="en-US"/>
              <a:t>Click to add title.</a:t>
            </a:r>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Title + Image + Content">
    <p:bg>
      <p:bgPr>
        <a:solidFill>
          <a:schemeClr val="bg1"/>
        </a:solidFill>
        <a:effectLst/>
      </p:bgPr>
    </p:bg>
    <p:spTree>
      <p:nvGrpSpPr>
        <p:cNvPr id="1" name=""/>
        <p:cNvGrpSpPr/>
        <p:nvPr/>
      </p:nvGrpSpPr>
      <p:grpSpPr bwMode="auto">
        <a:xfrm>
          <a:off x="0" y="0"/>
          <a:ext cx="0" cy="0"/>
          <a:chOff x="0" y="0"/>
          <a:chExt cx="0" cy="0"/>
        </a:xfrm>
      </p:grpSpPr>
      <p:sp>
        <p:nvSpPr>
          <p:cNvPr id="603848485" name="Title 1"/>
          <p:cNvSpPr>
            <a:spLocks noGrp="1"/>
          </p:cNvSpPr>
          <p:nvPr>
            <p:ph type="title"/>
          </p:nvPr>
        </p:nvSpPr>
        <p:spPr bwMode="auto"/>
        <p:txBody>
          <a:bodyPr/>
          <a:lstStyle/>
          <a:p>
            <a:pPr>
              <a:defRPr/>
            </a:pPr>
            <a:r>
              <a:rPr lang="en-US"/>
              <a:t>Click to edit Master title style</a:t>
            </a:r>
            <a:endParaRPr lang="en-GB"/>
          </a:p>
        </p:txBody>
      </p:sp>
      <p:sp>
        <p:nvSpPr>
          <p:cNvPr id="1193391957" name="Content Placeholder 3"/>
          <p:cNvSpPr>
            <a:spLocks noGrp="1"/>
          </p:cNvSpPr>
          <p:nvPr>
            <p:ph sz="half" idx="2" hasCustomPrompt="1"/>
          </p:nvPr>
        </p:nvSpPr>
        <p:spPr bwMode="auto">
          <a:xfrm>
            <a:off x="7835952" y="2728800"/>
            <a:ext cx="2959200" cy="3164000"/>
          </a:xfrm>
        </p:spPr>
        <p:txBody>
          <a:bodyPr vert="horz" lIns="0" tIns="0" rIns="0" bIns="0" rtlCol="0">
            <a:noAutofit/>
          </a:bodyPr>
          <a:lstStyle>
            <a:lvl1pPr>
              <a:defRPr lang="en-US" b="0">
                <a:solidFill>
                  <a:srgbClr val="203232"/>
                </a:solidFill>
              </a:defRPr>
            </a:lvl1pPr>
            <a:lvl2pPr>
              <a:defRPr lang="en-US"/>
            </a:lvl2pPr>
            <a:lvl3pPr>
              <a:defRPr lang="en-US"/>
            </a:lvl3pPr>
            <a:lvl4pPr>
              <a:defRPr lang="en-GB" spc="-100"/>
            </a:lvl4pPr>
            <a:lvl5pPr>
              <a:defRPr spc="-100">
                <a:solidFill>
                  <a:schemeClr val="accent4"/>
                </a:solidFill>
              </a:defRPr>
            </a:lvl5pPr>
          </a:lstStyle>
          <a:p>
            <a:pPr lvl="0">
              <a:defRPr/>
            </a:pPr>
            <a:r>
              <a:rPr lang="en-GB" b="0"/>
              <a:t>Add Text</a:t>
            </a:r>
            <a:endParaRPr lang="en-GB"/>
          </a:p>
        </p:txBody>
      </p:sp>
      <p:sp>
        <p:nvSpPr>
          <p:cNvPr id="1180593392" name="Footer Placeholder 5"/>
          <p:cNvSpPr>
            <a:spLocks noGrp="1"/>
          </p:cNvSpPr>
          <p:nvPr>
            <p:ph type="ftr" sz="quarter" idx="11"/>
          </p:nvPr>
        </p:nvSpPr>
        <p:spPr bwMode="auto"/>
        <p:txBody>
          <a:bodyPr/>
          <a:lstStyle/>
          <a:p>
            <a:pPr>
              <a:defRPr/>
            </a:pPr>
            <a:r>
              <a:rPr lang="en-GB"/>
              <a:t>PRESENTATION TITLE (ADD VIA INSERT, HEADER &amp; FOOTER)</a:t>
            </a:r>
            <a:endParaRPr/>
          </a:p>
        </p:txBody>
      </p:sp>
      <p:sp>
        <p:nvSpPr>
          <p:cNvPr id="79021042" name="Slide Number Placeholder 6"/>
          <p:cNvSpPr>
            <a:spLocks noGrp="1"/>
          </p:cNvSpPr>
          <p:nvPr>
            <p:ph type="sldNum" sz="quarter" idx="12"/>
          </p:nvPr>
        </p:nvSpPr>
        <p:spPr bwMode="auto"/>
        <p:txBody>
          <a:bodyPr/>
          <a:lstStyle/>
          <a:p>
            <a:pPr>
              <a:defRPr/>
            </a:pPr>
            <a:fld id="{E4D355CA-84B7-41B1-B164-8BB439CC7C6B}" type="slidenum">
              <a:rPr lang="en-GB"/>
              <a:t>‹#›</a:t>
            </a:fld>
            <a:endParaRPr lang="en-GB"/>
          </a:p>
        </p:txBody>
      </p:sp>
      <p:sp>
        <p:nvSpPr>
          <p:cNvPr id="473018360" name="Picture Placeholder 9"/>
          <p:cNvSpPr>
            <a:spLocks noGrp="1"/>
          </p:cNvSpPr>
          <p:nvPr>
            <p:ph type="pic" sz="quarter" idx="13"/>
          </p:nvPr>
        </p:nvSpPr>
        <p:spPr bwMode="auto">
          <a:xfrm>
            <a:off x="954087" y="2728913"/>
            <a:ext cx="6400800" cy="4129086"/>
          </a:xfrm>
        </p:spPr>
        <p:txBody>
          <a:bodyPr/>
          <a:lstStyle/>
          <a:p>
            <a:pPr>
              <a:defRPr/>
            </a:pPr>
            <a:endParaRPr lang="en-GB"/>
          </a:p>
        </p:txBody>
      </p:sp>
      <p:sp>
        <p:nvSpPr>
          <p:cNvPr id="73860937" name="Rectangle 10"/>
          <p:cNvSpPr/>
          <p:nvPr userDrawn="1"/>
        </p:nvSpPr>
        <p:spPr bwMode="auto">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 2 Images">
    <p:bg>
      <p:bgPr>
        <a:solidFill>
          <a:schemeClr val="bg1"/>
        </a:solidFill>
        <a:effectLst/>
      </p:bgPr>
    </p:bg>
    <p:spTree>
      <p:nvGrpSpPr>
        <p:cNvPr id="1" name=""/>
        <p:cNvGrpSpPr/>
        <p:nvPr/>
      </p:nvGrpSpPr>
      <p:grpSpPr bwMode="auto">
        <a:xfrm>
          <a:off x="0" y="0"/>
          <a:ext cx="0" cy="0"/>
          <a:chOff x="0" y="0"/>
          <a:chExt cx="0" cy="0"/>
        </a:xfrm>
      </p:grpSpPr>
      <p:sp>
        <p:nvSpPr>
          <p:cNvPr id="1438488949" name="Title 1"/>
          <p:cNvSpPr>
            <a:spLocks noGrp="1"/>
          </p:cNvSpPr>
          <p:nvPr>
            <p:ph type="title"/>
          </p:nvPr>
        </p:nvSpPr>
        <p:spPr bwMode="auto"/>
        <p:txBody>
          <a:bodyPr/>
          <a:lstStyle/>
          <a:p>
            <a:pPr>
              <a:defRPr/>
            </a:pPr>
            <a:r>
              <a:rPr lang="en-US"/>
              <a:t>Click to edit Master title style</a:t>
            </a:r>
            <a:endParaRPr lang="en-GB"/>
          </a:p>
        </p:txBody>
      </p:sp>
      <p:sp>
        <p:nvSpPr>
          <p:cNvPr id="1458154146" name="Footer Placeholder 5"/>
          <p:cNvSpPr>
            <a:spLocks noGrp="1"/>
          </p:cNvSpPr>
          <p:nvPr>
            <p:ph type="ftr" sz="quarter" idx="11"/>
          </p:nvPr>
        </p:nvSpPr>
        <p:spPr bwMode="auto"/>
        <p:txBody>
          <a:bodyPr/>
          <a:lstStyle/>
          <a:p>
            <a:pPr>
              <a:defRPr/>
            </a:pPr>
            <a:r>
              <a:rPr lang="en-GB"/>
              <a:t>PRESENTATION TITLE (ADD VIA INSERT, HEADER &amp; FOOTER)</a:t>
            </a:r>
            <a:endParaRPr/>
          </a:p>
        </p:txBody>
      </p:sp>
      <p:sp>
        <p:nvSpPr>
          <p:cNvPr id="289416431" name="Slide Number Placeholder 6"/>
          <p:cNvSpPr>
            <a:spLocks noGrp="1"/>
          </p:cNvSpPr>
          <p:nvPr>
            <p:ph type="sldNum" sz="quarter" idx="12"/>
          </p:nvPr>
        </p:nvSpPr>
        <p:spPr bwMode="auto"/>
        <p:txBody>
          <a:bodyPr/>
          <a:lstStyle/>
          <a:p>
            <a:pPr>
              <a:defRPr/>
            </a:pPr>
            <a:fld id="{E4D355CA-84B7-41B1-B164-8BB439CC7C6B}" type="slidenum">
              <a:rPr lang="en-GB"/>
              <a:t>‹#›</a:t>
            </a:fld>
            <a:endParaRPr lang="en-GB"/>
          </a:p>
        </p:txBody>
      </p:sp>
      <p:sp>
        <p:nvSpPr>
          <p:cNvPr id="487369525" name="Rectangle 7"/>
          <p:cNvSpPr/>
          <p:nvPr userDrawn="1"/>
        </p:nvSpPr>
        <p:spPr bwMode="auto">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912598673" name="Content Placeholder 9"/>
          <p:cNvSpPr>
            <a:spLocks noGrp="1"/>
          </p:cNvSpPr>
          <p:nvPr>
            <p:ph sz="quarter" idx="13" hasCustomPrompt="1"/>
          </p:nvPr>
        </p:nvSpPr>
        <p:spPr bwMode="auto">
          <a:xfrm>
            <a:off x="953999" y="2728800"/>
            <a:ext cx="2959199" cy="3164000"/>
          </a:xfrm>
        </p:spPr>
        <p:txBody>
          <a:bodyPr vert="horz" lIns="0" tIns="0" rIns="0" bIns="0" rtlCol="0">
            <a:noAutofit/>
          </a:bodyPr>
          <a:lstStyle>
            <a:lvl1pPr>
              <a:defRPr lang="en-US" b="0">
                <a:solidFill>
                  <a:srgbClr val="203232"/>
                </a:solidFill>
              </a:defRPr>
            </a:lvl1pPr>
            <a:lvl2pPr>
              <a:defRPr lang="en-US"/>
            </a:lvl2pPr>
            <a:lvl3pPr>
              <a:defRPr lang="en-US"/>
            </a:lvl3pPr>
            <a:lvl4pPr>
              <a:defRPr lang="en-US"/>
            </a:lvl4pPr>
            <a:lvl5pPr>
              <a:defRPr lang="en-GB">
                <a:solidFill>
                  <a:schemeClr val="accent4"/>
                </a:solidFill>
              </a:defRPr>
            </a:lvl5pPr>
          </a:lstStyle>
          <a:p>
            <a:pPr lvl="0">
              <a:defRPr/>
            </a:pPr>
            <a:r>
              <a:rPr lang="en-GB" b="0"/>
              <a:t>Add Text</a:t>
            </a:r>
            <a:endParaRPr lang="en-GB"/>
          </a:p>
        </p:txBody>
      </p:sp>
      <p:sp>
        <p:nvSpPr>
          <p:cNvPr id="151049627" name="Content Placeholder 9"/>
          <p:cNvSpPr>
            <a:spLocks noGrp="1"/>
          </p:cNvSpPr>
          <p:nvPr>
            <p:ph sz="quarter" idx="14" hasCustomPrompt="1"/>
          </p:nvPr>
        </p:nvSpPr>
        <p:spPr bwMode="auto">
          <a:xfrm>
            <a:off x="8278803" y="2728800"/>
            <a:ext cx="2959199" cy="3164000"/>
          </a:xfrm>
        </p:spPr>
        <p:txBody>
          <a:bodyPr vert="horz" lIns="0" tIns="0" rIns="0" bIns="0" rtlCol="0">
            <a:noAutofit/>
          </a:bodyPr>
          <a:lstStyle>
            <a:lvl1pPr>
              <a:defRPr lang="en-US" b="0">
                <a:solidFill>
                  <a:srgbClr val="203232"/>
                </a:solidFill>
              </a:defRPr>
            </a:lvl1pPr>
            <a:lvl2pPr>
              <a:defRPr lang="en-US"/>
            </a:lvl2pPr>
            <a:lvl3pPr>
              <a:defRPr lang="en-US"/>
            </a:lvl3pPr>
            <a:lvl4pPr>
              <a:defRPr lang="en-US"/>
            </a:lvl4pPr>
            <a:lvl5pPr>
              <a:defRPr lang="en-GB">
                <a:solidFill>
                  <a:schemeClr val="accent4"/>
                </a:solidFill>
              </a:defRPr>
            </a:lvl5pPr>
          </a:lstStyle>
          <a:p>
            <a:pPr lvl="0">
              <a:defRPr/>
            </a:pPr>
            <a:r>
              <a:rPr lang="en-GB" b="0"/>
              <a:t>Add Text</a:t>
            </a:r>
            <a:endParaRPr lang="en-GB"/>
          </a:p>
        </p:txBody>
      </p:sp>
      <p:sp>
        <p:nvSpPr>
          <p:cNvPr id="1385632456" name="Content Placeholder 9"/>
          <p:cNvSpPr>
            <a:spLocks noGrp="1"/>
          </p:cNvSpPr>
          <p:nvPr>
            <p:ph sz="quarter" idx="15" hasCustomPrompt="1"/>
          </p:nvPr>
        </p:nvSpPr>
        <p:spPr bwMode="auto">
          <a:xfrm>
            <a:off x="4613975" y="2728800"/>
            <a:ext cx="2959199" cy="3164000"/>
          </a:xfrm>
        </p:spPr>
        <p:txBody>
          <a:bodyPr vert="horz" lIns="0" tIns="0" rIns="0" bIns="0" rtlCol="0">
            <a:noAutofit/>
          </a:bodyPr>
          <a:lstStyle>
            <a:lvl1pPr>
              <a:defRPr lang="en-US" b="0">
                <a:solidFill>
                  <a:srgbClr val="203232"/>
                </a:solidFill>
              </a:defRPr>
            </a:lvl1pPr>
            <a:lvl2pPr>
              <a:defRPr lang="en-US"/>
            </a:lvl2pPr>
            <a:lvl3pPr>
              <a:defRPr lang="en-US"/>
            </a:lvl3pPr>
            <a:lvl4pPr>
              <a:defRPr lang="en-US"/>
            </a:lvl4pPr>
            <a:lvl5pPr>
              <a:defRPr lang="en-GB">
                <a:solidFill>
                  <a:schemeClr val="accent4"/>
                </a:solidFill>
              </a:defRPr>
            </a:lvl5pPr>
          </a:lstStyle>
          <a:p>
            <a:pPr lvl="0">
              <a:defRPr/>
            </a:pPr>
            <a:r>
              <a:rPr lang="en-GB" b="0"/>
              <a:t>Add Text</a:t>
            </a:r>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Full Bleed Image">
    <p:bg>
      <p:bgPr>
        <a:solidFill>
          <a:schemeClr val="accent1"/>
        </a:solidFill>
        <a:effectLst/>
      </p:bgPr>
    </p:bg>
    <p:spTree>
      <p:nvGrpSpPr>
        <p:cNvPr id="1" name=""/>
        <p:cNvGrpSpPr/>
        <p:nvPr/>
      </p:nvGrpSpPr>
      <p:grpSpPr bwMode="auto">
        <a:xfrm>
          <a:off x="0" y="0"/>
          <a:ext cx="0" cy="0"/>
          <a:chOff x="0" y="0"/>
          <a:chExt cx="0" cy="0"/>
        </a:xfrm>
      </p:grpSpPr>
      <p:sp>
        <p:nvSpPr>
          <p:cNvPr id="1795041863" name="Picture Placeholder 2"/>
          <p:cNvSpPr>
            <a:spLocks noGrp="1"/>
          </p:cNvSpPr>
          <p:nvPr>
            <p:ph type="pic" sz="quarter" idx="10" hasCustomPrompt="1"/>
          </p:nvPr>
        </p:nvSpPr>
        <p:spPr bwMode="auto">
          <a:xfrm>
            <a:off x="0" y="0"/>
            <a:ext cx="12192000" cy="6858000"/>
          </a:xfrm>
        </p:spPr>
        <p:txBody>
          <a:bodyPr/>
          <a:lstStyle>
            <a:lvl1pPr>
              <a:defRPr>
                <a:solidFill>
                  <a:schemeClr val="bg1"/>
                </a:solidFill>
              </a:defRPr>
            </a:lvl1pPr>
          </a:lstStyle>
          <a:p>
            <a:pPr>
              <a:defRPr/>
            </a:pPr>
            <a:r>
              <a:rPr lang="en-US"/>
              <a:t>Picture</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1_Video">
    <p:bg>
      <p:bgPr>
        <a:solidFill>
          <a:schemeClr val="accent1"/>
        </a:solidFill>
        <a:effectLst/>
      </p:bgPr>
    </p:bg>
    <p:spTree>
      <p:nvGrpSpPr>
        <p:cNvPr id="1" name=""/>
        <p:cNvGrpSpPr/>
        <p:nvPr/>
      </p:nvGrpSpPr>
      <p:grpSpPr bwMode="auto">
        <a:xfrm>
          <a:off x="0" y="0"/>
          <a:ext cx="0" cy="0"/>
          <a:chOff x="0" y="0"/>
          <a:chExt cx="0" cy="0"/>
        </a:xfrm>
      </p:grpSpPr>
      <p:sp>
        <p:nvSpPr>
          <p:cNvPr id="2030962692" name="Media Placeholder 8"/>
          <p:cNvSpPr>
            <a:spLocks noGrp="1"/>
          </p:cNvSpPr>
          <p:nvPr>
            <p:ph type="media" sz="quarter" idx="10"/>
          </p:nvPr>
        </p:nvSpPr>
        <p:spPr bwMode="auto">
          <a:xfrm>
            <a:off x="140400" y="140400"/>
            <a:ext cx="11916000" cy="6580800"/>
          </a:xfrm>
          <a:prstGeom prst="rect">
            <a:avLst/>
          </a:prstGeom>
          <a:solidFill>
            <a:schemeClr val="bg1"/>
          </a:solidFill>
        </p:spPr>
        <p:txBody>
          <a:bodyPr/>
          <a:lstStyle/>
          <a:p>
            <a:pPr>
              <a:defRPr/>
            </a:pPr>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Icons and text">
    <p:bg>
      <p:bgPr>
        <a:solidFill>
          <a:schemeClr val="bg1"/>
        </a:solidFill>
        <a:effectLst/>
      </p:bgPr>
    </p:bg>
    <p:spTree>
      <p:nvGrpSpPr>
        <p:cNvPr id="1" name=""/>
        <p:cNvGrpSpPr/>
        <p:nvPr/>
      </p:nvGrpSpPr>
      <p:grpSpPr bwMode="auto">
        <a:xfrm>
          <a:off x="0" y="0"/>
          <a:ext cx="0" cy="0"/>
          <a:chOff x="0" y="0"/>
          <a:chExt cx="0" cy="0"/>
        </a:xfrm>
      </p:grpSpPr>
      <p:sp>
        <p:nvSpPr>
          <p:cNvPr id="525591162" name="Footer Placeholder 4"/>
          <p:cNvSpPr>
            <a:spLocks noGrp="1"/>
          </p:cNvSpPr>
          <p:nvPr>
            <p:ph type="ftr" sz="quarter" idx="11"/>
          </p:nvPr>
        </p:nvSpPr>
        <p:spPr bwMode="auto"/>
        <p:txBody>
          <a:bodyPr/>
          <a:lstStyle/>
          <a:p>
            <a:pPr>
              <a:defRPr/>
            </a:pPr>
            <a:r>
              <a:rPr lang="en-GB"/>
              <a:t>PRESENTATION TITLE (ADD VIA INSERT, HEADER &amp; FOOTER)</a:t>
            </a:r>
            <a:endParaRPr/>
          </a:p>
        </p:txBody>
      </p:sp>
      <p:sp>
        <p:nvSpPr>
          <p:cNvPr id="654818643" name="Slide Number Placeholder 5"/>
          <p:cNvSpPr>
            <a:spLocks noGrp="1"/>
          </p:cNvSpPr>
          <p:nvPr>
            <p:ph type="sldNum" sz="quarter" idx="12"/>
          </p:nvPr>
        </p:nvSpPr>
        <p:spPr bwMode="auto"/>
        <p:txBody>
          <a:bodyPr/>
          <a:lstStyle/>
          <a:p>
            <a:pPr>
              <a:defRPr/>
            </a:pPr>
            <a:fld id="{E4D355CA-84B7-41B1-B164-8BB439CC7C6B}" type="slidenum">
              <a:rPr lang="en-GB"/>
              <a:t>‹#›</a:t>
            </a:fld>
            <a:endParaRPr lang="en-GB"/>
          </a:p>
        </p:txBody>
      </p:sp>
      <p:sp>
        <p:nvSpPr>
          <p:cNvPr id="1412260745" name="Rectangle 6"/>
          <p:cNvSpPr/>
          <p:nvPr userDrawn="1"/>
        </p:nvSpPr>
        <p:spPr bwMode="auto">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725576095" name="Content Placeholder 2"/>
          <p:cNvSpPr>
            <a:spLocks noGrp="1"/>
          </p:cNvSpPr>
          <p:nvPr>
            <p:ph idx="18" hasCustomPrompt="1"/>
          </p:nvPr>
        </p:nvSpPr>
        <p:spPr bwMode="auto">
          <a:xfrm>
            <a:off x="970139" y="4079342"/>
            <a:ext cx="3144661" cy="2252134"/>
          </a:xfrm>
        </p:spPr>
        <p:txBody>
          <a:bodyPr vert="horz" lIns="0" tIns="0" rIns="0" bIns="0" rtlCol="0">
            <a:noAutofit/>
          </a:bodyPr>
          <a:lstStyle>
            <a:lvl1pPr>
              <a:defRPr lang="en-US" b="0">
                <a:solidFill>
                  <a:srgbClr val="203232"/>
                </a:solidFill>
              </a:defRPr>
            </a:lvl1pPr>
            <a:lvl2pPr>
              <a:defRPr lang="en-US"/>
            </a:lvl2pPr>
            <a:lvl3pPr>
              <a:defRPr lang="en-GB"/>
            </a:lvl3pPr>
            <a:lvl5pPr>
              <a:defRPr>
                <a:solidFill>
                  <a:schemeClr val="accent4"/>
                </a:solidFill>
              </a:defRPr>
            </a:lvl5pPr>
          </a:lstStyle>
          <a:p>
            <a:pPr lvl="0">
              <a:defRPr/>
            </a:pPr>
            <a:r>
              <a:rPr lang="en-GB"/>
              <a:t>Add Text</a:t>
            </a:r>
            <a:endParaRPr/>
          </a:p>
        </p:txBody>
      </p:sp>
      <p:sp>
        <p:nvSpPr>
          <p:cNvPr id="1450015468" name="Content Placeholder 2"/>
          <p:cNvSpPr>
            <a:spLocks noGrp="1"/>
          </p:cNvSpPr>
          <p:nvPr>
            <p:ph idx="19" hasCustomPrompt="1"/>
          </p:nvPr>
        </p:nvSpPr>
        <p:spPr bwMode="auto">
          <a:xfrm>
            <a:off x="8077200" y="4062209"/>
            <a:ext cx="3144661" cy="2252134"/>
          </a:xfrm>
        </p:spPr>
        <p:txBody>
          <a:bodyPr vert="horz" lIns="0" tIns="0" rIns="0" bIns="0" rtlCol="0">
            <a:noAutofit/>
          </a:bodyPr>
          <a:lstStyle>
            <a:lvl1pPr marL="0" marR="0" indent="0" algn="l" defTabSz="914400" rtl="0">
              <a:lnSpc>
                <a:spcPts val="2880"/>
              </a:lnSpc>
              <a:spcBef>
                <a:spcPts val="0"/>
              </a:spcBef>
              <a:spcAft>
                <a:spcPts val="992"/>
              </a:spcAft>
              <a:buClrTx/>
              <a:buSzTx/>
              <a:buFont typeface="Arial"/>
              <a:buNone/>
              <a:defRPr lang="en-US" b="0">
                <a:solidFill>
                  <a:srgbClr val="203232"/>
                </a:solidFill>
              </a:defRPr>
            </a:lvl1pPr>
            <a:lvl2pPr>
              <a:defRPr lang="en-US"/>
            </a:lvl2pPr>
            <a:lvl3pPr>
              <a:defRPr lang="en-GB"/>
            </a:lvl3pPr>
            <a:lvl5pPr>
              <a:defRPr>
                <a:solidFill>
                  <a:schemeClr val="accent4"/>
                </a:solidFill>
              </a:defRPr>
            </a:lvl5pPr>
          </a:lstStyle>
          <a:p>
            <a:pPr marL="0" marR="0" lvl="0" indent="0" algn="l" defTabSz="914400" rtl="0">
              <a:lnSpc>
                <a:spcPts val="2880"/>
              </a:lnSpc>
              <a:spcBef>
                <a:spcPts val="0"/>
              </a:spcBef>
              <a:spcAft>
                <a:spcPts val="992"/>
              </a:spcAft>
              <a:buClrTx/>
              <a:buSzTx/>
              <a:buFont typeface="Arial"/>
              <a:buNone/>
              <a:defRPr/>
            </a:pPr>
            <a:r>
              <a:rPr lang="en-GB"/>
              <a:t>Add </a:t>
            </a:r>
            <a:r>
              <a:rPr lang="en-US"/>
              <a:t>Text</a:t>
            </a:r>
            <a:endParaRPr lang="en-GB"/>
          </a:p>
        </p:txBody>
      </p:sp>
      <p:sp>
        <p:nvSpPr>
          <p:cNvPr id="297993671" name="Content Placeholder 2"/>
          <p:cNvSpPr>
            <a:spLocks noGrp="1"/>
          </p:cNvSpPr>
          <p:nvPr>
            <p:ph idx="20" hasCustomPrompt="1"/>
          </p:nvPr>
        </p:nvSpPr>
        <p:spPr bwMode="auto">
          <a:xfrm>
            <a:off x="4523669" y="4062209"/>
            <a:ext cx="3144661" cy="2252134"/>
          </a:xfrm>
        </p:spPr>
        <p:txBody>
          <a:bodyPr vert="horz" lIns="0" tIns="0" rIns="0" bIns="0" rtlCol="0">
            <a:noAutofit/>
          </a:bodyPr>
          <a:lstStyle>
            <a:lvl1pPr marL="0" marR="0" indent="0" algn="l" defTabSz="914400" rtl="0">
              <a:lnSpc>
                <a:spcPts val="2880"/>
              </a:lnSpc>
              <a:spcBef>
                <a:spcPts val="0"/>
              </a:spcBef>
              <a:spcAft>
                <a:spcPts val="992"/>
              </a:spcAft>
              <a:buClrTx/>
              <a:buSzTx/>
              <a:buFont typeface="Arial"/>
              <a:buNone/>
              <a:defRPr lang="en-US" b="0">
                <a:solidFill>
                  <a:srgbClr val="203232"/>
                </a:solidFill>
              </a:defRPr>
            </a:lvl1pPr>
            <a:lvl2pPr>
              <a:defRPr lang="en-US"/>
            </a:lvl2pPr>
            <a:lvl3pPr>
              <a:defRPr lang="en-GB"/>
            </a:lvl3pPr>
            <a:lvl5pPr>
              <a:defRPr>
                <a:solidFill>
                  <a:schemeClr val="accent4"/>
                </a:solidFill>
              </a:defRPr>
            </a:lvl5pPr>
          </a:lstStyle>
          <a:p>
            <a:pPr marL="0" marR="0" lvl="0" indent="0" algn="l" defTabSz="914400" rtl="0">
              <a:lnSpc>
                <a:spcPts val="2880"/>
              </a:lnSpc>
              <a:spcBef>
                <a:spcPts val="0"/>
              </a:spcBef>
              <a:spcAft>
                <a:spcPts val="992"/>
              </a:spcAft>
              <a:buClrTx/>
              <a:buSzTx/>
              <a:buFont typeface="Arial"/>
              <a:buNone/>
              <a:defRPr/>
            </a:pPr>
            <a:r>
              <a:rPr lang="en-GB"/>
              <a:t>Add </a:t>
            </a:r>
            <a:r>
              <a:rPr lang="en-US"/>
              <a:t>Text</a:t>
            </a:r>
            <a:endParaRPr/>
          </a:p>
        </p:txBody>
      </p:sp>
      <p:sp>
        <p:nvSpPr>
          <p:cNvPr id="1456868417" name="Picture Placeholder 7"/>
          <p:cNvSpPr>
            <a:spLocks noGrp="1"/>
          </p:cNvSpPr>
          <p:nvPr>
            <p:ph type="pic" sz="quarter" idx="23"/>
          </p:nvPr>
        </p:nvSpPr>
        <p:spPr bwMode="auto">
          <a:xfrm>
            <a:off x="1462175" y="1640942"/>
            <a:ext cx="2160587" cy="2160588"/>
          </a:xfrm>
        </p:spPr>
        <p:txBody>
          <a:bodyPr/>
          <a:lstStyle/>
          <a:p>
            <a:pPr>
              <a:defRPr/>
            </a:pPr>
            <a:endParaRPr lang="en-US"/>
          </a:p>
        </p:txBody>
      </p:sp>
      <p:sp>
        <p:nvSpPr>
          <p:cNvPr id="1703053703" name="Picture Placeholder 7"/>
          <p:cNvSpPr>
            <a:spLocks noGrp="1"/>
          </p:cNvSpPr>
          <p:nvPr>
            <p:ph type="pic" sz="quarter" idx="24"/>
          </p:nvPr>
        </p:nvSpPr>
        <p:spPr bwMode="auto">
          <a:xfrm>
            <a:off x="5015705" y="1640942"/>
            <a:ext cx="2160587" cy="2160588"/>
          </a:xfrm>
        </p:spPr>
        <p:txBody>
          <a:bodyPr/>
          <a:lstStyle/>
          <a:p>
            <a:pPr>
              <a:defRPr/>
            </a:pPr>
            <a:endParaRPr lang="en-US"/>
          </a:p>
        </p:txBody>
      </p:sp>
      <p:sp>
        <p:nvSpPr>
          <p:cNvPr id="1770573330" name="Picture Placeholder 7"/>
          <p:cNvSpPr>
            <a:spLocks noGrp="1"/>
          </p:cNvSpPr>
          <p:nvPr>
            <p:ph type="pic" sz="quarter" idx="25"/>
          </p:nvPr>
        </p:nvSpPr>
        <p:spPr bwMode="auto">
          <a:xfrm>
            <a:off x="8569236" y="1640942"/>
            <a:ext cx="2160587" cy="2160588"/>
          </a:xfrm>
        </p:spPr>
        <p:txBody>
          <a:body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End page">
    <p:bg>
      <p:bgPr>
        <a:solidFill>
          <a:schemeClr val="accent1"/>
        </a:solidFill>
        <a:effectLst/>
      </p:bgPr>
    </p:bg>
    <p:spTree>
      <p:nvGrpSpPr>
        <p:cNvPr id="1" name=""/>
        <p:cNvGrpSpPr/>
        <p:nvPr/>
      </p:nvGrpSpPr>
      <p:grpSpPr bwMode="auto">
        <a:xfrm>
          <a:off x="0" y="0"/>
          <a:ext cx="0" cy="0"/>
          <a:chOff x="0" y="0"/>
          <a:chExt cx="0" cy="0"/>
        </a:xfrm>
      </p:grpSpPr>
      <p:pic>
        <p:nvPicPr>
          <p:cNvPr id="767083438" name="Picture 6"/>
          <p:cNvPicPr>
            <a:picLocks noChangeAspect="1"/>
          </p:cNvPicPr>
          <p:nvPr userDrawn="1"/>
        </p:nvPicPr>
        <p:blipFill rotWithShape="1">
          <a:blip r:embed="rId2"/>
          <a:stretch/>
        </p:blipFill>
        <p:spPr bwMode="auto">
          <a:xfrm>
            <a:off x="954002" y="5511600"/>
            <a:ext cx="2242795" cy="397958"/>
          </a:xfrm>
          <a:prstGeom prst="rect">
            <a:avLst/>
          </a:prstGeom>
        </p:spPr>
      </p:pic>
      <p:sp>
        <p:nvSpPr>
          <p:cNvPr id="702441727" name="Title 1"/>
          <p:cNvSpPr>
            <a:spLocks noGrp="1"/>
          </p:cNvSpPr>
          <p:nvPr>
            <p:ph type="ctrTitle"/>
          </p:nvPr>
        </p:nvSpPr>
        <p:spPr bwMode="auto">
          <a:xfrm>
            <a:off x="926843" y="1964352"/>
            <a:ext cx="11828559" cy="1051570"/>
          </a:xfrm>
        </p:spPr>
        <p:txBody>
          <a:bodyPr vert="horz" wrap="none" lIns="0" tIns="0" rIns="0" bIns="0" rtlCol="0" anchor="t" anchorCtr="0">
            <a:noAutofit/>
          </a:bodyPr>
          <a:lstStyle>
            <a:lvl1pPr>
              <a:lnSpc>
                <a:spcPct val="100000"/>
              </a:lnSpc>
              <a:defRPr lang="en-GB" sz="7400" spc="-300">
                <a:solidFill>
                  <a:schemeClr val="bg1"/>
                </a:solidFill>
              </a:defRPr>
            </a:lvl1pPr>
          </a:lstStyle>
          <a:p>
            <a:pPr lvl="0">
              <a:lnSpc>
                <a:spcPts val="8186"/>
              </a:lnSpc>
              <a:defRPr/>
            </a:pPr>
            <a:r>
              <a:rPr lang="en-US"/>
              <a:t>Click to edit Master title style</a:t>
            </a:r>
            <a:endParaRPr lang="en-GB"/>
          </a:p>
        </p:txBody>
      </p:sp>
      <p:sp>
        <p:nvSpPr>
          <p:cNvPr id="2069294918" name="Footer Placeholder 4"/>
          <p:cNvSpPr>
            <a:spLocks noGrp="1"/>
          </p:cNvSpPr>
          <p:nvPr>
            <p:ph type="ftr" sz="quarter" idx="11"/>
          </p:nvPr>
        </p:nvSpPr>
        <p:spPr bwMode="auto">
          <a:xfrm>
            <a:off x="965289" y="779733"/>
            <a:ext cx="7176911" cy="230832"/>
          </a:xfrm>
        </p:spPr>
        <p:txBody>
          <a:bodyPr>
            <a:noAutofit/>
          </a:bodyPr>
          <a:lstStyle>
            <a:lvl1pPr>
              <a:defRPr>
                <a:solidFill>
                  <a:schemeClr val="bg1"/>
                </a:solidFill>
              </a:defRPr>
            </a:lvl1pPr>
          </a:lstStyle>
          <a:p>
            <a:pPr>
              <a:defRPr/>
            </a:pPr>
            <a:r>
              <a:rPr lang="en-GB"/>
              <a:t>PRESENTATION TITLE (ADD VIA INSERT, HEADER &amp; FOOTER)</a:t>
            </a:r>
            <a:endParaRPr lang="en-GB">
              <a:solidFill>
                <a:schemeClr val="bg1"/>
              </a:solidFill>
            </a:endParaRPr>
          </a:p>
        </p:txBody>
      </p:sp>
      <p:sp>
        <p:nvSpPr>
          <p:cNvPr id="1780884752" name="Slide Number Placeholder 5"/>
          <p:cNvSpPr>
            <a:spLocks noGrp="1"/>
          </p:cNvSpPr>
          <p:nvPr>
            <p:ph type="sldNum" sz="quarter" idx="12"/>
          </p:nvPr>
        </p:nvSpPr>
        <p:spPr bwMode="auto">
          <a:xfrm>
            <a:off x="10616400" y="779733"/>
            <a:ext cx="622800" cy="230832"/>
          </a:xfrm>
        </p:spPr>
        <p:txBody>
          <a:bodyPr wrap="square">
            <a:noAutofit/>
          </a:bodyPr>
          <a:lstStyle>
            <a:lvl1pPr>
              <a:defRPr>
                <a:solidFill>
                  <a:schemeClr val="bg1"/>
                </a:solidFill>
              </a:defRPr>
            </a:lvl1pPr>
          </a:lstStyle>
          <a:p>
            <a:pPr>
              <a:defRPr/>
            </a:pPr>
            <a:fld id="{E4D355CA-84B7-41B1-B164-8BB439CC7C6B}"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484758592" name="Title Placeholder 1"/>
          <p:cNvSpPr>
            <a:spLocks noGrp="1"/>
          </p:cNvSpPr>
          <p:nvPr>
            <p:ph type="title"/>
          </p:nvPr>
        </p:nvSpPr>
        <p:spPr bwMode="auto">
          <a:xfrm>
            <a:off x="954000" y="1890000"/>
            <a:ext cx="10279150" cy="365125"/>
          </a:xfrm>
          <a:prstGeom prst="rect">
            <a:avLst/>
          </a:prstGeom>
        </p:spPr>
        <p:txBody>
          <a:bodyPr vert="horz" lIns="0" tIns="0" rIns="0" bIns="0" rtlCol="0" anchor="t" anchorCtr="0">
            <a:noAutofit/>
          </a:bodyPr>
          <a:lstStyle/>
          <a:p>
            <a:pPr>
              <a:defRPr/>
            </a:pPr>
            <a:r>
              <a:rPr lang="en-US"/>
              <a:t>Click to edit Master title style</a:t>
            </a:r>
            <a:endParaRPr lang="en-GB"/>
          </a:p>
        </p:txBody>
      </p:sp>
      <p:sp>
        <p:nvSpPr>
          <p:cNvPr id="1920098421" name="Text Placeholder 2"/>
          <p:cNvSpPr>
            <a:spLocks noGrp="1"/>
          </p:cNvSpPr>
          <p:nvPr>
            <p:ph type="body" idx="1"/>
          </p:nvPr>
        </p:nvSpPr>
        <p:spPr bwMode="auto">
          <a:xfrm>
            <a:off x="970139" y="2717600"/>
            <a:ext cx="10279150" cy="3175200"/>
          </a:xfrm>
          <a:prstGeom prst="rect">
            <a:avLst/>
          </a:prstGeom>
        </p:spPr>
        <p:txBody>
          <a:bodyPr vert="horz" lIns="0" tIns="0" rIns="0" bIns="0" rtlCol="0">
            <a:no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GB"/>
              <a:t>Fourth level</a:t>
            </a:r>
            <a:endParaRPr/>
          </a:p>
          <a:p>
            <a:pPr lvl="4">
              <a:defRPr/>
            </a:pPr>
            <a:r>
              <a:rPr lang="en-GB" b="1"/>
              <a:t>Fifth level</a:t>
            </a:r>
            <a:endParaRPr lang="en-GB"/>
          </a:p>
        </p:txBody>
      </p:sp>
      <p:sp>
        <p:nvSpPr>
          <p:cNvPr id="2146118102" name="Footer Placeholder 4"/>
          <p:cNvSpPr>
            <a:spLocks noGrp="1"/>
          </p:cNvSpPr>
          <p:nvPr>
            <p:ph type="ftr" sz="quarter" idx="3"/>
          </p:nvPr>
        </p:nvSpPr>
        <p:spPr bwMode="auto">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pPr>
              <a:defRPr/>
            </a:pPr>
            <a:r>
              <a:rPr lang="en-GB"/>
              <a:t>PRESENTATION TITLE (ADD VIA INSERT, HEADER &amp; FOOTER)</a:t>
            </a:r>
            <a:endParaRPr/>
          </a:p>
        </p:txBody>
      </p:sp>
      <p:sp>
        <p:nvSpPr>
          <p:cNvPr id="337104873" name="Slide Number Placeholder 5"/>
          <p:cNvSpPr>
            <a:spLocks noGrp="1"/>
          </p:cNvSpPr>
          <p:nvPr>
            <p:ph type="sldNum" sz="quarter" idx="4"/>
          </p:nvPr>
        </p:nvSpPr>
        <p:spPr bwMode="auto">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pPr>
              <a:defRPr/>
            </a:pPr>
            <a:fld id="{E4D355CA-84B7-41B1-B164-8BB439CC7C6B}" type="slidenum">
              <a:rPr lang="en-GB"/>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dt="0"/>
  <p:txStyles>
    <p:titleStyle>
      <a:lvl1pPr algn="l" defTabSz="914400" rtl="0">
        <a:lnSpc>
          <a:spcPts val="3600"/>
        </a:lnSpc>
        <a:spcBef>
          <a:spcPts val="0"/>
        </a:spcBef>
        <a:buNone/>
        <a:defRPr sz="3600" b="1" spc="-100">
          <a:solidFill>
            <a:srgbClr val="203232"/>
          </a:solidFill>
          <a:latin typeface="+mj-lt"/>
          <a:ea typeface="+mj-ea"/>
          <a:cs typeface="+mj-cs"/>
        </a:defRPr>
      </a:lvl1pPr>
    </p:titleStyle>
    <p:bodyStyle>
      <a:lvl1pPr marL="0" indent="0" algn="l" defTabSz="914400" rtl="0">
        <a:lnSpc>
          <a:spcPts val="2880"/>
        </a:lnSpc>
        <a:spcBef>
          <a:spcPts val="0"/>
        </a:spcBef>
        <a:spcAft>
          <a:spcPts val="992"/>
        </a:spcAft>
        <a:buFont typeface="Arial"/>
        <a:buNone/>
        <a:defRPr sz="2400" b="1" spc="-100">
          <a:solidFill>
            <a:srgbClr val="203232"/>
          </a:solidFill>
          <a:latin typeface="+mn-lt"/>
          <a:ea typeface="+mn-ea"/>
          <a:cs typeface="+mn-cs"/>
        </a:defRPr>
      </a:lvl1pPr>
      <a:lvl2pPr marL="0" indent="0" algn="l" defTabSz="914400" rtl="0">
        <a:lnSpc>
          <a:spcPts val="2880"/>
        </a:lnSpc>
        <a:spcBef>
          <a:spcPts val="0"/>
        </a:spcBef>
        <a:spcAft>
          <a:spcPts val="992"/>
        </a:spcAft>
        <a:buFont typeface="Arial"/>
        <a:buNone/>
        <a:defRPr sz="2400" spc="-100">
          <a:solidFill>
            <a:srgbClr val="203232"/>
          </a:solidFill>
          <a:latin typeface="+mn-lt"/>
          <a:ea typeface="+mn-ea"/>
          <a:cs typeface="+mn-cs"/>
        </a:defRPr>
      </a:lvl2pPr>
      <a:lvl3pPr marL="216000" indent="-216000" algn="l" defTabSz="914400" rtl="0">
        <a:lnSpc>
          <a:spcPts val="2880"/>
        </a:lnSpc>
        <a:spcBef>
          <a:spcPts val="0"/>
        </a:spcBef>
        <a:spcAft>
          <a:spcPts val="992"/>
        </a:spcAft>
        <a:buFont typeface="Arial"/>
        <a:buChar char="■"/>
        <a:defRPr sz="2400" spc="-100">
          <a:solidFill>
            <a:srgbClr val="203232"/>
          </a:solidFill>
          <a:latin typeface="+mn-lt"/>
          <a:ea typeface="+mn-ea"/>
          <a:cs typeface="+mn-cs"/>
        </a:defRPr>
      </a:lvl3pPr>
      <a:lvl4pPr marL="0" indent="0" algn="l" defTabSz="914400" rtl="0">
        <a:lnSpc>
          <a:spcPts val="2160"/>
        </a:lnSpc>
        <a:spcBef>
          <a:spcPts val="0"/>
        </a:spcBef>
        <a:buFont typeface="Arial"/>
        <a:buNone/>
        <a:defRPr sz="1800">
          <a:solidFill>
            <a:srgbClr val="203232"/>
          </a:solidFill>
          <a:latin typeface="+mn-lt"/>
          <a:ea typeface="+mn-ea"/>
          <a:cs typeface="+mn-cs"/>
        </a:defRPr>
      </a:lvl4pPr>
      <a:lvl5pPr marL="0" indent="0" algn="l" defTabSz="914400" rtl="0">
        <a:lnSpc>
          <a:spcPts val="2160"/>
        </a:lnSpc>
        <a:spcBef>
          <a:spcPts val="0"/>
        </a:spcBef>
        <a:buFont typeface="Arial"/>
        <a:buNone/>
        <a:defRPr sz="1800" b="1">
          <a:solidFill>
            <a:srgbClr val="203232"/>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48090446" name="Subtitle 1"/>
          <p:cNvSpPr>
            <a:spLocks noGrp="1"/>
          </p:cNvSpPr>
          <p:nvPr>
            <p:ph type="subTitle" idx="1"/>
          </p:nvPr>
        </p:nvSpPr>
        <p:spPr bwMode="auto">
          <a:xfrm>
            <a:off x="952799" y="699736"/>
            <a:ext cx="10273911" cy="533111"/>
          </a:xfrm>
        </p:spPr>
        <p:txBody>
          <a:bodyPr/>
          <a:lstStyle/>
          <a:p>
            <a:pPr>
              <a:defRPr/>
            </a:pPr>
            <a:r>
              <a:rPr lang="en-GB"/>
              <a:t>Instructions for the Research Question Demos</a:t>
            </a:r>
            <a:endParaRPr/>
          </a:p>
        </p:txBody>
      </p:sp>
      <p:sp>
        <p:nvSpPr>
          <p:cNvPr id="2144413158" name="Slide Number Placeholder 3"/>
          <p:cNvSpPr>
            <a:spLocks noGrp="1"/>
          </p:cNvSpPr>
          <p:nvPr>
            <p:ph type="sldNum" sz="quarter" idx="12"/>
          </p:nvPr>
        </p:nvSpPr>
        <p:spPr bwMode="auto"/>
        <p:txBody>
          <a:bodyPr/>
          <a:lstStyle/>
          <a:p>
            <a:pPr>
              <a:defRPr/>
            </a:pPr>
            <a:fld id="{E4D355CA-84B7-41B1-B164-8BB439CC7C6B}" type="slidenum">
              <a:rPr lang="en-GB"/>
              <a:t>1</a:t>
            </a:fld>
            <a:endParaRPr lang="en-GB"/>
          </a:p>
        </p:txBody>
      </p:sp>
      <p:sp>
        <p:nvSpPr>
          <p:cNvPr id="1213322451" name="TextBox 5"/>
          <p:cNvSpPr txBox="1"/>
          <p:nvPr/>
        </p:nvSpPr>
        <p:spPr bwMode="auto">
          <a:xfrm>
            <a:off x="388578" y="1310979"/>
            <a:ext cx="11486747" cy="5355312"/>
          </a:xfrm>
          <a:prstGeom prst="rect">
            <a:avLst/>
          </a:prstGeom>
          <a:solidFill>
            <a:schemeClr val="bg1"/>
          </a:solidFill>
        </p:spPr>
        <p:txBody>
          <a:bodyPr wrap="square" lIns="91440" tIns="45720" rIns="91440" bIns="45720" rtlCol="0" anchor="t">
            <a:spAutoFit/>
          </a:bodyPr>
          <a:lstStyle/>
          <a:p>
            <a:pPr>
              <a:defRPr/>
            </a:pPr>
            <a:r>
              <a:rPr lang="en-GB"/>
              <a:t>You have 5 minutes to present – be ready to share your screen, present slides in "full screen / presentation mode". Practice first. We can only offer you one opportunity to present your Research Question, so please make the most of this opportunity to help you pass coursework 2. </a:t>
            </a:r>
          </a:p>
          <a:p>
            <a:pPr>
              <a:defRPr/>
            </a:pPr>
            <a:endParaRPr lang="en-GB"/>
          </a:p>
          <a:p>
            <a:pPr>
              <a:defRPr/>
            </a:pPr>
            <a:r>
              <a:rPr lang="en-GB">
                <a:solidFill>
                  <a:srgbClr val="FF0000"/>
                </a:solidFill>
              </a:rPr>
              <a:t>Research Questions are dependent on the variables and datatypes you have in your assigned dataset. Before you define your Research Question, your dataset dsXXXX must match your assigned Dataset, I.e., did you receive confirmation email about your allocation? Your group number must be assigned to the dataset you are referencing here.</a:t>
            </a:r>
            <a:endParaRPr lang="en-GB">
              <a:solidFill>
                <a:srgbClr val="FF0000"/>
              </a:solidFill>
              <a:cs typeface="Arial"/>
            </a:endParaRPr>
          </a:p>
          <a:p>
            <a:pPr>
              <a:defRPr/>
            </a:pPr>
            <a:endParaRPr lang="en-GB">
              <a:solidFill>
                <a:srgbClr val="203232"/>
              </a:solidFill>
              <a:cs typeface="Arial"/>
            </a:endParaRPr>
          </a:p>
          <a:p>
            <a:pPr>
              <a:defRPr/>
            </a:pPr>
            <a:r>
              <a:rPr lang="en-GB"/>
              <a:t>The next slides give you three alternatives for defining your research question and hypotheses. Select only </a:t>
            </a:r>
            <a:r>
              <a:rPr lang="en-GB" b="1"/>
              <a:t>one type </a:t>
            </a:r>
            <a:r>
              <a:rPr lang="en-GB"/>
              <a:t>of research question. </a:t>
            </a:r>
            <a:endParaRPr/>
          </a:p>
          <a:p>
            <a:pPr>
              <a:defRPr/>
            </a:pPr>
            <a:r>
              <a:rPr lang="en-GB"/>
              <a:t>Before presenting DELETE all text that is either an instruction or an optionyou do not use (including this slide).   You can then enlarge your selection. Instructions for group sign up of presentation slots will be announced on Canvas and Slack. DO NOT SIGN UP unless you can attend. Ideally, all group members should attend; select one person to present, while others take notes. All group be ready to answer questions.  Any group not presenting will miss the opportunity to check a critical part of coursework 2.   Practice presenting on Teams first.</a:t>
            </a:r>
            <a:endParaRPr lang="en-GB">
              <a:cs typeface="Arial"/>
            </a:endParaRPr>
          </a:p>
          <a:p>
            <a:pPr>
              <a:defRPr/>
            </a:pPr>
            <a:r>
              <a:rPr lang="en-GB" b="1" i="1"/>
              <a:t>We look forward to giving you feedback.  You will not be graded on this presentation but if you do not attend and you booked a space you are preventing someone else presenting and are going against our module values</a:t>
            </a:r>
            <a:r>
              <a:rPr lang="en-GB"/>
              <a:t>.  This will be reflected in your peer evaluation.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blipFill>
          <a:blip r:embed="rId3">
            <a:lum/>
          </a:blip>
          <a:stretch/>
        </a:blipFill>
        <a:effectLst/>
      </p:bgPr>
    </p:bg>
    <p:spTree>
      <p:nvGrpSpPr>
        <p:cNvPr id="1" name=""/>
        <p:cNvGrpSpPr/>
        <p:nvPr/>
      </p:nvGrpSpPr>
      <p:grpSpPr bwMode="auto">
        <a:xfrm>
          <a:off x="0" y="0"/>
          <a:ext cx="0" cy="0"/>
          <a:chOff x="0" y="0"/>
          <a:chExt cx="0" cy="0"/>
        </a:xfrm>
      </p:grpSpPr>
      <p:sp>
        <p:nvSpPr>
          <p:cNvPr id="1519898006" name="Title 1"/>
          <p:cNvSpPr>
            <a:spLocks noGrp="1"/>
          </p:cNvSpPr>
          <p:nvPr>
            <p:ph type="ctrTitle"/>
          </p:nvPr>
        </p:nvSpPr>
        <p:spPr bwMode="auto"/>
        <p:txBody>
          <a:bodyPr>
            <a:normAutofit fontScale="90000"/>
          </a:bodyPr>
          <a:lstStyle/>
          <a:p>
            <a:pPr>
              <a:defRPr/>
            </a:pPr>
            <a:r>
              <a:rPr lang="en-US"/>
              <a:t>Research Question – </a:t>
            </a:r>
            <a:r>
              <a:rPr lang="en-GB"/>
              <a:t>Is</a:t>
            </a:r>
            <a:br>
              <a:rPr lang="en-GB"/>
            </a:br>
            <a:r>
              <a:rPr lang="en-US" sz="4000"/>
              <a:t>Tutorial Presentation for Feedback</a:t>
            </a:r>
            <a:br>
              <a:rPr lang="en-US" sz="4000"/>
            </a:br>
            <a:r>
              <a:rPr lang="en-US" sz="2200"/>
              <a:t>Date: </a:t>
            </a:r>
            <a:br>
              <a:rPr lang="en-US" sz="8000"/>
            </a:br>
            <a:endParaRPr lang="en-US"/>
          </a:p>
        </p:txBody>
      </p:sp>
      <p:sp>
        <p:nvSpPr>
          <p:cNvPr id="329108758" name="Subtitle 2"/>
          <p:cNvSpPr>
            <a:spLocks noGrp="1"/>
          </p:cNvSpPr>
          <p:nvPr>
            <p:ph type="subTitle" idx="1"/>
          </p:nvPr>
        </p:nvSpPr>
        <p:spPr bwMode="auto"/>
        <p:txBody>
          <a:bodyPr/>
          <a:lstStyle/>
          <a:p>
            <a:pPr>
              <a:defRPr/>
            </a:pPr>
            <a:r>
              <a:rPr lang="en-US" sz="2000"/>
              <a:t>Group Name: </a:t>
            </a:r>
            <a:r>
              <a:rPr lang="en-GB" sz="2000"/>
              <a:t>A5</a:t>
            </a:r>
            <a:r>
              <a:rPr lang="en-US" sz="2000"/>
              <a:t>                                                           Name of Student Presenting:</a:t>
            </a:r>
            <a:r>
              <a:rPr lang="en-GB" sz="2000"/>
              <a:t> Moses</a:t>
            </a:r>
            <a:endParaRPr/>
          </a:p>
        </p:txBody>
      </p:sp>
      <p:sp>
        <p:nvSpPr>
          <p:cNvPr id="1211646664" name="Footer Placeholder 3"/>
          <p:cNvSpPr>
            <a:spLocks noGrp="1"/>
          </p:cNvSpPr>
          <p:nvPr>
            <p:ph type="ftr" sz="quarter" idx="11"/>
          </p:nvPr>
        </p:nvSpPr>
        <p:spPr bwMode="auto">
          <a:xfrm>
            <a:off x="965289" y="274320"/>
            <a:ext cx="10455567" cy="736245"/>
          </a:xfrm>
        </p:spPr>
        <p:txBody>
          <a:bodyPr/>
          <a:lstStyle/>
          <a:p>
            <a:pPr>
              <a:defRPr/>
            </a:pPr>
            <a:r>
              <a:rPr lang="en-GB"/>
              <a:t>7COM1079-2025  Student Group No:  A5                  Names of Student Attendees  (all group should attend to get feedback):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57473160" name="Subtitle 1"/>
          <p:cNvSpPr>
            <a:spLocks noGrp="1"/>
          </p:cNvSpPr>
          <p:nvPr>
            <p:ph type="subTitle" idx="1"/>
          </p:nvPr>
        </p:nvSpPr>
        <p:spPr bwMode="auto">
          <a:xfrm>
            <a:off x="965289" y="1147638"/>
            <a:ext cx="9753625" cy="230832"/>
          </a:xfrm>
        </p:spPr>
        <p:txBody>
          <a:bodyPr vert="horz" lIns="0" tIns="0" rIns="0" bIns="0" rtlCol="0" anchor="t">
            <a:noAutofit/>
          </a:bodyPr>
          <a:lstStyle/>
          <a:p>
            <a:pPr>
              <a:spcAft>
                <a:spcPts val="0"/>
              </a:spcAft>
              <a:defRPr/>
            </a:pPr>
            <a:r>
              <a:rPr lang="en-GB">
                <a:solidFill>
                  <a:srgbClr val="203232"/>
                </a:solidFill>
                <a:cs typeface="Arial"/>
              </a:rPr>
              <a:t>Here is a sample of our dataset: </a:t>
            </a:r>
            <a:endParaRPr lang="en-GB" sz="1800">
              <a:solidFill>
                <a:srgbClr val="FF0000"/>
              </a:solidFill>
              <a:cs typeface="Arial"/>
            </a:endParaRPr>
          </a:p>
        </p:txBody>
      </p:sp>
      <p:sp>
        <p:nvSpPr>
          <p:cNvPr id="312082439" name="Footer Placeholder 2"/>
          <p:cNvSpPr>
            <a:spLocks noGrp="1"/>
          </p:cNvSpPr>
          <p:nvPr>
            <p:ph type="ftr" sz="quarter" idx="11"/>
          </p:nvPr>
        </p:nvSpPr>
        <p:spPr bwMode="auto"/>
        <p:txBody>
          <a:bodyPr/>
          <a:lstStyle/>
          <a:p>
            <a:pPr>
              <a:defRPr/>
            </a:pPr>
            <a:r>
              <a:rPr lang="en-GB"/>
              <a:t>PRE 7COM1079-2025  Student Group No:  ?????</a:t>
            </a:r>
            <a:endParaRPr/>
          </a:p>
        </p:txBody>
      </p:sp>
      <p:sp>
        <p:nvSpPr>
          <p:cNvPr id="1082227144" name="Slide Number Placeholder 3"/>
          <p:cNvSpPr>
            <a:spLocks noGrp="1"/>
          </p:cNvSpPr>
          <p:nvPr>
            <p:ph type="sldNum" sz="quarter" idx="12"/>
          </p:nvPr>
        </p:nvSpPr>
        <p:spPr bwMode="auto">
          <a:xfrm>
            <a:off x="10616400" y="791022"/>
            <a:ext cx="622800" cy="230832"/>
          </a:xfrm>
        </p:spPr>
        <p:txBody>
          <a:bodyPr/>
          <a:lstStyle/>
          <a:p>
            <a:pPr>
              <a:defRPr/>
            </a:pPr>
            <a:r>
              <a:rPr lang="en-US"/>
              <a:t>3</a:t>
            </a:r>
            <a:endParaRPr lang="en-GB"/>
          </a:p>
        </p:txBody>
      </p:sp>
      <p:sp>
        <p:nvSpPr>
          <p:cNvPr id="2087696260" name="Title 7"/>
          <p:cNvSpPr>
            <a:spLocks noGrp="1"/>
          </p:cNvSpPr>
          <p:nvPr>
            <p:ph type="ctrTitle"/>
          </p:nvPr>
        </p:nvSpPr>
        <p:spPr bwMode="auto">
          <a:xfrm>
            <a:off x="964883" y="1587499"/>
            <a:ext cx="9965844" cy="3152214"/>
          </a:xfrm>
        </p:spPr>
        <p:txBody>
          <a:bodyPr vertOverflow="overflow" horzOverflow="overflow" vert="horz" wrap="square" lIns="0" tIns="0" rIns="0" bIns="0" numCol="1" spcCol="0" rtlCol="0" fromWordArt="0" anchor="t" anchorCtr="0" forceAA="0" compatLnSpc="0">
            <a:normAutofit fontScale="90000" lnSpcReduction="2000"/>
          </a:bodyPr>
          <a:lstStyle/>
          <a:p>
            <a:pPr>
              <a:lnSpc>
                <a:spcPts val="2880"/>
              </a:lnSpc>
              <a:spcBef>
                <a:spcPts val="0"/>
              </a:spcBef>
              <a:spcAft>
                <a:spcPts val="992"/>
              </a:spcAft>
              <a:defRPr/>
            </a:pPr>
            <a:r>
              <a:rPr lang="en-GB" sz="3600">
                <a:solidFill>
                  <a:srgbClr val="FF0000"/>
                </a:solidFill>
                <a:cs typeface="Arial"/>
              </a:rPr>
              <a:t>Include summary information of your dataset, to include </a:t>
            </a:r>
            <a:endParaRPr lang="en-US" sz="3600" b="0">
              <a:solidFill>
                <a:srgbClr val="FF0000"/>
              </a:solidFill>
              <a:cs typeface="Arial"/>
            </a:endParaRPr>
          </a:p>
          <a:p>
            <a:pPr marL="742950" indent="-742950">
              <a:lnSpc>
                <a:spcPts val="2880"/>
              </a:lnSpc>
              <a:spcBef>
                <a:spcPts val="0"/>
              </a:spcBef>
              <a:spcAft>
                <a:spcPts val="992"/>
              </a:spcAft>
              <a:buAutoNum type="arabicPeriod"/>
              <a:defRPr/>
            </a:pPr>
            <a:r>
              <a:rPr lang="en-GB" sz="3600">
                <a:solidFill>
                  <a:srgbClr val="FF0000"/>
                </a:solidFill>
                <a:cs typeface="Arial"/>
              </a:rPr>
              <a:t>The columns we include in our research question are person_income and loan_amnt.</a:t>
            </a:r>
            <a:endParaRPr lang="en-US" sz="3600" b="0">
              <a:solidFill>
                <a:srgbClr val="FF0000"/>
              </a:solidFill>
              <a:cs typeface="Arial"/>
            </a:endParaRPr>
          </a:p>
          <a:p>
            <a:pPr marL="742950" indent="-742950">
              <a:lnSpc>
                <a:spcPts val="2880"/>
              </a:lnSpc>
              <a:spcBef>
                <a:spcPts val="0"/>
              </a:spcBef>
              <a:spcAft>
                <a:spcPts val="992"/>
              </a:spcAft>
              <a:buAutoNum type="arabicPeriod"/>
              <a:defRPr/>
            </a:pPr>
            <a:r>
              <a:rPr lang="en-GB" sz="3600">
                <a:solidFill>
                  <a:srgbClr val="FF0000"/>
                </a:solidFill>
                <a:cs typeface="Arial"/>
              </a:rPr>
              <a:t>At least 5 rows of the data</a:t>
            </a:r>
            <a:br>
              <a:rPr lang="en-GB" sz="3600">
                <a:solidFill>
                  <a:srgbClr val="FF0000"/>
                </a:solidFill>
                <a:cs typeface="Arial"/>
              </a:rPr>
            </a:br>
            <a:br>
              <a:rPr lang="en-GB" sz="3600">
                <a:solidFill>
                  <a:srgbClr val="FF0000"/>
                </a:solidFill>
                <a:cs typeface="Arial"/>
              </a:rPr>
            </a:br>
            <a:br>
              <a:rPr lang="en-GB" sz="3600">
                <a:solidFill>
                  <a:srgbClr val="FF0000"/>
                </a:solidFill>
                <a:cs typeface="Arial"/>
              </a:rPr>
            </a:br>
            <a:endParaRPr lang="en-US" sz="3600" b="0">
              <a:solidFill>
                <a:srgbClr val="FF0000"/>
              </a:solidFill>
              <a:cs typeface="Arial"/>
            </a:endParaRPr>
          </a:p>
          <a:p>
            <a:pPr marL="742950" indent="-742950">
              <a:lnSpc>
                <a:spcPts val="2880"/>
              </a:lnSpc>
              <a:spcBef>
                <a:spcPts val="0"/>
              </a:spcBef>
              <a:spcAft>
                <a:spcPts val="992"/>
              </a:spcAft>
              <a:buAutoNum type="arabicPeriod"/>
              <a:defRPr/>
            </a:pPr>
            <a:r>
              <a:rPr lang="en-GB" sz="3600">
                <a:solidFill>
                  <a:srgbClr val="FF0000"/>
                </a:solidFill>
                <a:cs typeface="Arial"/>
              </a:rPr>
              <a:t>Our dataset has </a:t>
            </a:r>
            <a:r>
              <a:rPr lang="en-GB" sz="3200" b="1" i="0" u="none" strike="noStrike" cap="none" spc="-199">
                <a:solidFill>
                  <a:srgbClr val="FF0000"/>
                </a:solidFill>
                <a:latin typeface="Arial"/>
                <a:ea typeface="Arial"/>
                <a:cs typeface="Arial"/>
              </a:rPr>
              <a:t>45000</a:t>
            </a:r>
            <a:r>
              <a:rPr lang="en-GB" sz="3600">
                <a:solidFill>
                  <a:srgbClr val="FF0000"/>
                </a:solidFill>
                <a:cs typeface="Arial"/>
              </a:rPr>
              <a:t> rows/records.</a:t>
            </a:r>
            <a:br>
              <a:rPr lang="en-GB" sz="3600">
                <a:solidFill>
                  <a:srgbClr val="FF0000"/>
                </a:solidFill>
                <a:cs typeface="Arial"/>
              </a:rPr>
            </a:br>
            <a:endParaRPr lang="en-GB" sz="3600">
              <a:solidFill>
                <a:srgbClr val="FF0000"/>
              </a:solidFill>
              <a:cs typeface="Arial"/>
            </a:endParaRPr>
          </a:p>
          <a:p>
            <a:pPr>
              <a:defRPr/>
            </a:pPr>
            <a:endParaRPr lang="en-US">
              <a:solidFill>
                <a:srgbClr val="FF0000"/>
              </a:solidFill>
              <a:cs typeface="Arial"/>
            </a:endParaRPr>
          </a:p>
        </p:txBody>
      </p:sp>
      <p:pic>
        <p:nvPicPr>
          <p:cNvPr id="679481036" name="Picture 679481035"/>
          <p:cNvPicPr>
            <a:picLocks noChangeAspect="1"/>
          </p:cNvPicPr>
          <p:nvPr/>
        </p:nvPicPr>
        <p:blipFill rotWithShape="1">
          <a:blip r:embed="rId3"/>
          <a:stretch/>
        </p:blipFill>
        <p:spPr bwMode="auto">
          <a:xfrm>
            <a:off x="1492249" y="3270249"/>
            <a:ext cx="9226663" cy="12693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22891725" name="Subtitle 1"/>
          <p:cNvSpPr>
            <a:spLocks noGrp="1"/>
          </p:cNvSpPr>
          <p:nvPr>
            <p:ph type="subTitle" idx="1"/>
          </p:nvPr>
        </p:nvSpPr>
        <p:spPr bwMode="auto">
          <a:xfrm>
            <a:off x="965288" y="1285092"/>
            <a:ext cx="10110240" cy="588024"/>
          </a:xfrm>
        </p:spPr>
        <p:txBody>
          <a:bodyPr vert="horz" lIns="0" tIns="0" rIns="0" bIns="0" rtlCol="0" anchor="t">
            <a:noAutofit/>
          </a:bodyPr>
          <a:lstStyle/>
          <a:p>
            <a:pPr>
              <a:defRPr/>
            </a:pPr>
            <a:r>
              <a:rPr lang="en-US"/>
              <a:t>Dataset </a:t>
            </a:r>
            <a:r>
              <a:rPr lang="en-US">
                <a:solidFill>
                  <a:srgbClr val="203232"/>
                </a:solidFill>
              </a:rPr>
              <a:t>ID</a:t>
            </a:r>
            <a:r>
              <a:rPr lang="en-US" sz="1600">
                <a:solidFill>
                  <a:srgbClr val="FF0000"/>
                </a:solidFill>
              </a:rPr>
              <a:t>:   </a:t>
            </a:r>
            <a:r>
              <a:rPr lang="en-GB" sz="1600">
                <a:solidFill>
                  <a:srgbClr val="FF0000"/>
                </a:solidFill>
              </a:rPr>
              <a:t>DS256- loan_Data.csv</a:t>
            </a:r>
            <a:endParaRPr/>
          </a:p>
        </p:txBody>
      </p:sp>
      <p:sp>
        <p:nvSpPr>
          <p:cNvPr id="481224804" name="Footer Placeholder 2"/>
          <p:cNvSpPr>
            <a:spLocks noGrp="1"/>
          </p:cNvSpPr>
          <p:nvPr>
            <p:ph type="ftr" sz="quarter" idx="11"/>
          </p:nvPr>
        </p:nvSpPr>
        <p:spPr bwMode="auto">
          <a:xfrm>
            <a:off x="965288" y="791022"/>
            <a:ext cx="9129687" cy="230832"/>
          </a:xfrm>
        </p:spPr>
        <p:txBody>
          <a:bodyPr/>
          <a:lstStyle/>
          <a:p>
            <a:pPr>
              <a:defRPr/>
            </a:pPr>
            <a:r>
              <a:rPr lang="en-GB"/>
              <a:t>7COM1079-2025  Student Group No:                    Names of Student Group Attendees: </a:t>
            </a:r>
            <a:endParaRPr/>
          </a:p>
        </p:txBody>
      </p:sp>
      <p:sp>
        <p:nvSpPr>
          <p:cNvPr id="903293932" name="Slide Number Placeholder 3"/>
          <p:cNvSpPr>
            <a:spLocks noGrp="1"/>
          </p:cNvSpPr>
          <p:nvPr>
            <p:ph type="sldNum" sz="quarter" idx="12"/>
          </p:nvPr>
        </p:nvSpPr>
        <p:spPr bwMode="auto">
          <a:xfrm>
            <a:off x="10954511" y="555565"/>
            <a:ext cx="622800" cy="230832"/>
          </a:xfrm>
        </p:spPr>
        <p:txBody>
          <a:bodyPr/>
          <a:lstStyle/>
          <a:p>
            <a:pPr>
              <a:defRPr/>
            </a:pPr>
            <a:r>
              <a:rPr lang="en-US"/>
              <a:t>2</a:t>
            </a:r>
            <a:endParaRPr lang="en-GB"/>
          </a:p>
        </p:txBody>
      </p:sp>
      <p:sp>
        <p:nvSpPr>
          <p:cNvPr id="2028219079" name="Title 4"/>
          <p:cNvSpPr>
            <a:spLocks noGrp="1"/>
          </p:cNvSpPr>
          <p:nvPr>
            <p:ph type="ctrTitle"/>
          </p:nvPr>
        </p:nvSpPr>
        <p:spPr bwMode="auto">
          <a:xfrm>
            <a:off x="965288" y="1698305"/>
            <a:ext cx="10974945" cy="2699181"/>
          </a:xfrm>
        </p:spPr>
        <p:txBody>
          <a:bodyPr>
            <a:noAutofit/>
          </a:bodyPr>
          <a:lstStyle/>
          <a:p>
            <a:pPr>
              <a:lnSpc>
                <a:spcPct val="100000"/>
              </a:lnSpc>
              <a:defRPr/>
            </a:pPr>
            <a:r>
              <a:rPr lang="en-US" sz="2400" b="0">
                <a:latin typeface="Calibri"/>
                <a:cs typeface="Calibri"/>
              </a:rPr>
              <a:t>This dataset is interesting to us because </a:t>
            </a:r>
            <a:r>
              <a:rPr lang="en-US" sz="2400" b="0">
                <a:solidFill>
                  <a:srgbClr val="FF0000"/>
                </a:solidFill>
                <a:latin typeface="Calibri"/>
                <a:cs typeface="Calibri"/>
              </a:rPr>
              <a:t>(one sentence):</a:t>
            </a:r>
            <a:r>
              <a:rPr lang="en-GB" sz="2400" b="0">
                <a:latin typeface="Calibri"/>
                <a:cs typeface="Calibri"/>
              </a:rPr>
              <a:t> it presents an opportunity to look into factors affecting credit accessibility</a:t>
            </a:r>
            <a:br>
              <a:rPr lang="en-US" sz="2400" b="0">
                <a:latin typeface="Calibri"/>
                <a:cs typeface="Calibri"/>
              </a:rPr>
            </a:br>
            <a:r>
              <a:rPr lang="en-US" sz="2400" b="0" i="1">
                <a:solidFill>
                  <a:schemeClr val="accent2">
                    <a:lumMod val="75000"/>
                  </a:schemeClr>
                </a:solidFill>
                <a:latin typeface="Calibri"/>
                <a:cs typeface="Calibri"/>
              </a:rPr>
              <a:t>From the column headings in your dataset choose ONE independent * and ONE dependent variable . </a:t>
            </a:r>
            <a:br>
              <a:rPr lang="en-US" sz="2400" b="0">
                <a:latin typeface="Calibri"/>
                <a:cs typeface="Calibri"/>
              </a:rPr>
            </a:br>
            <a:r>
              <a:rPr lang="en-US" sz="2400" b="0">
                <a:latin typeface="Calibri"/>
                <a:cs typeface="Calibri"/>
              </a:rPr>
              <a:t>Our  Independent variable is: </a:t>
            </a:r>
            <a:r>
              <a:rPr lang="en-GB" sz="2400" b="0">
                <a:latin typeface="Calibri"/>
                <a:cs typeface="Calibri"/>
              </a:rPr>
              <a:t>Person income</a:t>
            </a:r>
            <a:br>
              <a:rPr lang="en-US" sz="2400" b="0">
                <a:latin typeface="Calibri"/>
                <a:cs typeface="Calibri"/>
              </a:rPr>
            </a:br>
            <a:r>
              <a:rPr lang="en-US" sz="2400" b="0">
                <a:solidFill>
                  <a:srgbClr val="FF0000"/>
                </a:solidFill>
                <a:latin typeface="Calibri"/>
                <a:cs typeface="Calibri"/>
              </a:rPr>
              <a:t>                   </a:t>
            </a:r>
            <a:r>
              <a:rPr lang="en-US" sz="2400" b="0">
                <a:latin typeface="Calibri"/>
                <a:cs typeface="Calibri"/>
              </a:rPr>
              <a:t>This  Independent variable datatype is (select one): </a:t>
            </a:r>
            <a:r>
              <a:rPr lang="en-US" sz="2400" b="0">
                <a:solidFill>
                  <a:srgbClr val="FF0000"/>
                </a:solidFill>
                <a:latin typeface="Calibri"/>
                <a:cs typeface="Calibri"/>
              </a:rPr>
              <a:t>Interval/measurement data.</a:t>
            </a:r>
            <a:br>
              <a:rPr lang="en-US" sz="2400" b="0">
                <a:latin typeface="Calibri"/>
                <a:cs typeface="Calibri"/>
              </a:rPr>
            </a:br>
            <a:r>
              <a:rPr lang="en-US" sz="2400" b="0">
                <a:latin typeface="Calibri"/>
                <a:cs typeface="Calibri"/>
              </a:rPr>
              <a:t>Our Dependent variable is: </a:t>
            </a:r>
            <a:r>
              <a:rPr lang="en-GB" sz="2400" b="0">
                <a:latin typeface="Calibri"/>
                <a:cs typeface="Calibri"/>
              </a:rPr>
              <a:t>Loan amount</a:t>
            </a:r>
            <a:br>
              <a:rPr lang="en-US" sz="2400" b="0">
                <a:latin typeface="Calibri"/>
                <a:cs typeface="Calibri"/>
              </a:rPr>
            </a:br>
            <a:r>
              <a:rPr lang="en-US" sz="2400" b="0">
                <a:solidFill>
                  <a:srgbClr val="FF0000"/>
                </a:solidFill>
                <a:latin typeface="Calibri"/>
                <a:cs typeface="Calibri"/>
              </a:rPr>
              <a:t>                   </a:t>
            </a:r>
            <a:r>
              <a:rPr lang="en-US" sz="2400" b="0">
                <a:latin typeface="Calibri"/>
                <a:cs typeface="Calibri"/>
              </a:rPr>
              <a:t>This Dependent variable datatype is  (select one): </a:t>
            </a:r>
            <a:r>
              <a:rPr lang="en-US" sz="2400" b="0">
                <a:solidFill>
                  <a:srgbClr val="FF0000"/>
                </a:solidFill>
                <a:latin typeface="Calibri"/>
                <a:cs typeface="Calibri"/>
              </a:rPr>
              <a:t>Interval/measurement data</a:t>
            </a:r>
            <a:endParaRPr/>
          </a:p>
        </p:txBody>
      </p:sp>
      <p:sp>
        <p:nvSpPr>
          <p:cNvPr id="30511241" name="TextBox 5"/>
          <p:cNvSpPr txBox="1"/>
          <p:nvPr/>
        </p:nvSpPr>
        <p:spPr bwMode="auto">
          <a:xfrm>
            <a:off x="6766560" y="5385816"/>
            <a:ext cx="4187952" cy="1200329"/>
          </a:xfrm>
          <a:prstGeom prst="rect">
            <a:avLst/>
          </a:prstGeom>
          <a:noFill/>
        </p:spPr>
        <p:txBody>
          <a:bodyPr wrap="square" rtlCol="0">
            <a:spAutoFit/>
          </a:bodyPr>
          <a:lstStyle/>
          <a:p>
            <a:pPr>
              <a:defRPr/>
            </a:pPr>
            <a:r>
              <a:rPr lang="en-GB">
                <a:solidFill>
                  <a:schemeClr val="accent2">
                    <a:lumMod val="75000"/>
                  </a:schemeClr>
                </a:solidFill>
              </a:rPr>
              <a:t>*For comparison of two nominal variables and for comparison of proportions you use two (or more) independent variables (see next slide)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64758753" name="Subtitle 1"/>
          <p:cNvSpPr>
            <a:spLocks noGrp="1"/>
          </p:cNvSpPr>
          <p:nvPr>
            <p:ph type="subTitle" idx="1"/>
          </p:nvPr>
        </p:nvSpPr>
        <p:spPr bwMode="auto">
          <a:xfrm>
            <a:off x="965289" y="1147638"/>
            <a:ext cx="9753625" cy="230832"/>
          </a:xfrm>
        </p:spPr>
        <p:txBody>
          <a:bodyPr/>
          <a:lstStyle/>
          <a:p>
            <a:pPr>
              <a:spcAft>
                <a:spcPts val="0"/>
              </a:spcAft>
              <a:defRPr/>
            </a:pPr>
            <a:r>
              <a:rPr lang="en-GB"/>
              <a:t>Our Research Question is </a:t>
            </a:r>
            <a:endParaRPr/>
          </a:p>
        </p:txBody>
      </p:sp>
      <p:sp>
        <p:nvSpPr>
          <p:cNvPr id="747391174" name="Footer Placeholder 2"/>
          <p:cNvSpPr>
            <a:spLocks noGrp="1"/>
          </p:cNvSpPr>
          <p:nvPr>
            <p:ph type="ftr" sz="quarter" idx="11"/>
          </p:nvPr>
        </p:nvSpPr>
        <p:spPr bwMode="auto"/>
        <p:txBody>
          <a:bodyPr/>
          <a:lstStyle/>
          <a:p>
            <a:pPr>
              <a:defRPr/>
            </a:pPr>
            <a:r>
              <a:rPr lang="en-GB"/>
              <a:t>PRE 7COM1079-2025  Student Group No:  ?????</a:t>
            </a:r>
            <a:endParaRPr/>
          </a:p>
        </p:txBody>
      </p:sp>
      <p:sp>
        <p:nvSpPr>
          <p:cNvPr id="1399904855" name="Slide Number Placeholder 3"/>
          <p:cNvSpPr>
            <a:spLocks noGrp="1"/>
          </p:cNvSpPr>
          <p:nvPr>
            <p:ph type="sldNum" sz="quarter" idx="12"/>
          </p:nvPr>
        </p:nvSpPr>
        <p:spPr bwMode="auto">
          <a:xfrm>
            <a:off x="10616400" y="791022"/>
            <a:ext cx="622800" cy="230832"/>
          </a:xfrm>
        </p:spPr>
        <p:txBody>
          <a:bodyPr/>
          <a:lstStyle/>
          <a:p>
            <a:pPr>
              <a:defRPr/>
            </a:pPr>
            <a:r>
              <a:rPr lang="en-US"/>
              <a:t>3</a:t>
            </a:r>
            <a:endParaRPr lang="en-GB"/>
          </a:p>
        </p:txBody>
      </p:sp>
      <p:sp>
        <p:nvSpPr>
          <p:cNvPr id="1526040471" name="Title 4"/>
          <p:cNvSpPr>
            <a:spLocks noGrp="1"/>
          </p:cNvSpPr>
          <p:nvPr>
            <p:ph type="ctrTitle"/>
          </p:nvPr>
        </p:nvSpPr>
        <p:spPr bwMode="auto">
          <a:xfrm>
            <a:off x="1023667" y="1893913"/>
            <a:ext cx="10640594" cy="2678085"/>
          </a:xfrm>
        </p:spPr>
        <p:txBody>
          <a:bodyPr>
            <a:noAutofit/>
          </a:bodyPr>
          <a:lstStyle/>
          <a:p>
            <a:pPr>
              <a:lnSpc>
                <a:spcPct val="100000"/>
              </a:lnSpc>
              <a:defRPr/>
            </a:pPr>
            <a:r>
              <a:rPr lang="en-IE" sz="2400" b="0" dirty="0">
                <a:latin typeface="Calibri"/>
                <a:ea typeface="Calibri"/>
                <a:cs typeface="Times New Roman"/>
              </a:rPr>
              <a:t>Is there a correlation between </a:t>
            </a:r>
            <a:r>
              <a:rPr lang="en-GB" sz="2400" b="0" dirty="0">
                <a:latin typeface="Calibri"/>
                <a:ea typeface="Calibri"/>
                <a:cs typeface="Times New Roman"/>
              </a:rPr>
              <a:t>loan amount </a:t>
            </a:r>
            <a:r>
              <a:rPr lang="en-IE" sz="2400" b="0" dirty="0">
                <a:latin typeface="Calibri"/>
                <a:ea typeface="Calibri"/>
                <a:cs typeface="Times New Roman"/>
              </a:rPr>
              <a:t>and </a:t>
            </a:r>
            <a:r>
              <a:rPr lang="en-GB" sz="2400" b="0" dirty="0">
                <a:solidFill>
                  <a:srgbClr val="0070C0"/>
                </a:solidFill>
                <a:latin typeface="Calibri"/>
                <a:ea typeface="Calibri"/>
                <a:cs typeface="Times New Roman"/>
              </a:rPr>
              <a:t>personal income of applicants</a:t>
            </a:r>
            <a:r>
              <a:rPr lang="en-IE" sz="2400" b="0" dirty="0">
                <a:solidFill>
                  <a:srgbClr val="0070C0"/>
                </a:solidFill>
                <a:latin typeface="Calibri"/>
                <a:ea typeface="Calibri"/>
                <a:cs typeface="Times New Roman"/>
              </a:rPr>
              <a:t>?”</a:t>
            </a:r>
            <a:r>
              <a:rPr lang="en-IE" sz="2400" b="0" dirty="0">
                <a:latin typeface="Calibri"/>
                <a:ea typeface="Calibri"/>
                <a:cs typeface="Times New Roman"/>
              </a:rPr>
              <a:t>. </a:t>
            </a:r>
            <a:endParaRPr lang="en-GB" sz="2400" dirty="0">
              <a:solidFill>
                <a:srgbClr val="FF0000"/>
              </a:solidFill>
            </a:endParaRPr>
          </a:p>
        </p:txBody>
      </p:sp>
      <p:sp>
        <p:nvSpPr>
          <p:cNvPr id="71936989" name="TextBox 6"/>
          <p:cNvSpPr txBox="1"/>
          <p:nvPr/>
        </p:nvSpPr>
        <p:spPr bwMode="auto">
          <a:xfrm>
            <a:off x="623945" y="5297755"/>
            <a:ext cx="11440040" cy="1477328"/>
          </a:xfrm>
          <a:prstGeom prst="rect">
            <a:avLst/>
          </a:prstGeom>
          <a:solidFill>
            <a:schemeClr val="bg1">
              <a:lumMod val="95000"/>
            </a:schemeClr>
          </a:solidFill>
        </p:spPr>
        <p:txBody>
          <a:bodyPr wrap="square" lIns="91440" tIns="45720" rIns="91440" bIns="45720" rtlCol="0" anchor="t">
            <a:spAutoFit/>
          </a:bodyPr>
          <a:lstStyle/>
          <a:p>
            <a:pPr>
              <a:defRPr/>
            </a:pPr>
            <a:r>
              <a:rPr lang="en-GB" baseline="30000"/>
              <a:t>1</a:t>
            </a:r>
            <a:r>
              <a:rPr lang="en-GB" b="1">
                <a:latin typeface="Calibri"/>
                <a:cs typeface="Calibri"/>
              </a:rPr>
              <a:t>Correlation</a:t>
            </a:r>
            <a:r>
              <a:rPr lang="en-GB"/>
              <a:t> (</a:t>
            </a:r>
            <a:r>
              <a:rPr lang="en-IE" sz="1800">
                <a:latin typeface="Calibri"/>
                <a:ea typeface="Calibri"/>
                <a:cs typeface="Times New Roman"/>
              </a:rPr>
              <a:t>Analysis of how </a:t>
            </a:r>
            <a:r>
              <a:rPr lang="en-IE" sz="1800">
                <a:solidFill>
                  <a:srgbClr val="FF0000"/>
                </a:solidFill>
                <a:latin typeface="Calibri"/>
                <a:ea typeface="Calibri"/>
                <a:cs typeface="Times New Roman"/>
              </a:rPr>
              <a:t>ordinal</a:t>
            </a:r>
            <a:r>
              <a:rPr lang="en-IE">
                <a:solidFill>
                  <a:srgbClr val="FF0000"/>
                </a:solidFill>
                <a:latin typeface="Calibri"/>
                <a:ea typeface="Calibri"/>
                <a:cs typeface="Times New Roman"/>
              </a:rPr>
              <a:t>/</a:t>
            </a:r>
            <a:r>
              <a:rPr lang="en-IE" sz="1800">
                <a:solidFill>
                  <a:srgbClr val="FF0000"/>
                </a:solidFill>
                <a:latin typeface="Calibri"/>
                <a:ea typeface="Calibri"/>
                <a:cs typeface="Times New Roman"/>
              </a:rPr>
              <a:t>interval </a:t>
            </a:r>
            <a:r>
              <a:rPr lang="en-IE" sz="1800">
                <a:solidFill>
                  <a:srgbClr val="00B050"/>
                </a:solidFill>
                <a:latin typeface="Calibri"/>
                <a:ea typeface="Calibri"/>
                <a:cs typeface="Times New Roman"/>
              </a:rPr>
              <a:t>dependent var</a:t>
            </a:r>
            <a:r>
              <a:rPr lang="en-IE" sz="1800">
                <a:latin typeface="Calibri"/>
                <a:ea typeface="Calibri"/>
                <a:cs typeface="Times New Roman"/>
              </a:rPr>
              <a:t> </a:t>
            </a:r>
            <a:r>
              <a:rPr lang="en-IE">
                <a:latin typeface="Calibri"/>
                <a:ea typeface="Calibri"/>
                <a:cs typeface="Times New Roman"/>
              </a:rPr>
              <a:t>correlates </a:t>
            </a:r>
            <a:r>
              <a:rPr lang="en-IE" sz="1800">
                <a:latin typeface="Calibri"/>
                <a:ea typeface="Calibri"/>
                <a:cs typeface="Times New Roman"/>
              </a:rPr>
              <a:t>to an </a:t>
            </a:r>
            <a:r>
              <a:rPr lang="en-IE" sz="1800">
                <a:solidFill>
                  <a:srgbClr val="FF0000"/>
                </a:solidFill>
                <a:latin typeface="Calibri"/>
                <a:ea typeface="Calibri"/>
                <a:cs typeface="Times New Roman"/>
              </a:rPr>
              <a:t>ordinal/interval </a:t>
            </a:r>
            <a:r>
              <a:rPr lang="en-IE" sz="1800">
                <a:solidFill>
                  <a:srgbClr val="00B050"/>
                </a:solidFill>
                <a:latin typeface="Calibri"/>
                <a:ea typeface="Calibri"/>
                <a:cs typeface="Times New Roman"/>
              </a:rPr>
              <a:t>independent variable)</a:t>
            </a:r>
            <a:endParaRPr lang="en-GB">
              <a:latin typeface="Calibri"/>
              <a:cs typeface="Times New Roman"/>
            </a:endParaRPr>
          </a:p>
          <a:p>
            <a:pPr>
              <a:defRPr/>
            </a:pPr>
            <a:r>
              <a:rPr lang="en-IE" sz="1800" b="1" baseline="30000">
                <a:latin typeface="Calibri"/>
                <a:ea typeface="Calibri"/>
                <a:cs typeface="Times New Roman"/>
              </a:rPr>
              <a:t>2</a:t>
            </a:r>
            <a:r>
              <a:rPr lang="en-IE" sz="1800" b="1">
                <a:latin typeface="Calibri"/>
                <a:ea typeface="Calibri"/>
                <a:cs typeface="Times New Roman"/>
              </a:rPr>
              <a:t>Comparison of means</a:t>
            </a:r>
            <a:r>
              <a:rPr lang="en-IE" sz="1800">
                <a:latin typeface="Calibri"/>
                <a:ea typeface="Calibri"/>
                <a:cs typeface="Times New Roman"/>
              </a:rPr>
              <a:t> (or medians): Analysis of the difference between the mean (or median) value of a characteristic shared by members of two different populations.</a:t>
            </a:r>
            <a:endParaRPr/>
          </a:p>
          <a:p>
            <a:pPr>
              <a:defRPr/>
            </a:pPr>
            <a:r>
              <a:rPr lang="en-IE" sz="1800" b="1" baseline="30000">
                <a:latin typeface="Calibri"/>
                <a:ea typeface="Calibri"/>
                <a:cs typeface="Times New Roman"/>
              </a:rPr>
              <a:t>3</a:t>
            </a:r>
            <a:r>
              <a:rPr lang="en-IE" sz="1800" b="1">
                <a:latin typeface="Calibri"/>
                <a:ea typeface="Calibri"/>
                <a:cs typeface="Times New Roman"/>
              </a:rPr>
              <a:t>Comparison of proportions:</a:t>
            </a:r>
            <a:r>
              <a:rPr lang="en-IE" sz="1800">
                <a:latin typeface="Calibri"/>
                <a:ea typeface="Calibri"/>
                <a:cs typeface="Times New Roman"/>
              </a:rPr>
              <a:t> Analysis of the difference in proportions of a characteristic shared by members of two different populations. </a:t>
            </a:r>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32906090" name="Subtitle 1"/>
          <p:cNvSpPr>
            <a:spLocks noGrp="1"/>
          </p:cNvSpPr>
          <p:nvPr>
            <p:ph type="subTitle" idx="1"/>
          </p:nvPr>
        </p:nvSpPr>
        <p:spPr bwMode="auto">
          <a:xfrm>
            <a:off x="521219" y="284375"/>
            <a:ext cx="10406581" cy="1391600"/>
          </a:xfrm>
        </p:spPr>
        <p:txBody>
          <a:bodyPr vert="horz" lIns="0" tIns="0" rIns="0" bIns="0" rtlCol="0" anchor="t">
            <a:noAutofit/>
          </a:bodyPr>
          <a:lstStyle/>
          <a:p>
            <a:pPr>
              <a:lnSpc>
                <a:spcPct val="100000"/>
              </a:lnSpc>
              <a:defRPr/>
            </a:pPr>
            <a:r>
              <a:rPr lang="en-GB" sz="2400" b="0">
                <a:latin typeface="Calibri"/>
                <a:cs typeface="Calibri"/>
              </a:rPr>
              <a:t>Add your </a:t>
            </a:r>
            <a:r>
              <a:rPr lang="en-GB" sz="2400">
                <a:latin typeface="Calibri"/>
                <a:cs typeface="Calibri"/>
              </a:rPr>
              <a:t>Hypotheses</a:t>
            </a:r>
            <a:r>
              <a:rPr lang="en-GB" sz="2400" b="0">
                <a:latin typeface="Calibri"/>
                <a:cs typeface="Calibri"/>
              </a:rPr>
              <a:t> to the previous RQ Slide  (both the Null and Alternative Hypotheses).  Here are definitions and examples. </a:t>
            </a:r>
            <a:r>
              <a:rPr lang="en-GB" sz="2400">
                <a:latin typeface="Calibri"/>
                <a:cs typeface="Calibri"/>
              </a:rPr>
              <a:t>Your hypothesis wording comes directly from your RQ</a:t>
            </a:r>
            <a:r>
              <a:rPr lang="en-GB" sz="2400" b="0">
                <a:latin typeface="Calibri"/>
                <a:cs typeface="Calibri"/>
              </a:rPr>
              <a:t>. This is the formal way of reporting the results of your inferential test statistics,  in which we report the </a:t>
            </a:r>
            <a:r>
              <a:rPr lang="en-GB" sz="2400" b="0" i="1">
                <a:latin typeface="Calibri"/>
                <a:cs typeface="Calibri"/>
              </a:rPr>
              <a:t>effect</a:t>
            </a:r>
            <a:r>
              <a:rPr lang="en-GB" sz="2400" b="0">
                <a:latin typeface="Calibri"/>
                <a:cs typeface="Calibri"/>
              </a:rPr>
              <a:t> the independent variable has on the dependent variable – </a:t>
            </a:r>
            <a:endParaRPr/>
          </a:p>
          <a:p>
            <a:pPr marL="457200" indent="-457200">
              <a:lnSpc>
                <a:spcPct val="100000"/>
              </a:lnSpc>
              <a:buAutoNum type="arabicPeriod"/>
              <a:defRPr/>
            </a:pPr>
            <a:r>
              <a:rPr lang="en-GB" sz="2000" b="0">
                <a:latin typeface="Arial"/>
                <a:cs typeface="Arial"/>
              </a:rPr>
              <a:t>Null hypothesis (H</a:t>
            </a:r>
            <a:r>
              <a:rPr lang="en-GB" sz="2000" b="0" baseline="-25000">
                <a:latin typeface="Arial"/>
                <a:cs typeface="Arial"/>
              </a:rPr>
              <a:t>0</a:t>
            </a:r>
            <a:r>
              <a:rPr lang="en-GB" sz="2000" b="0">
                <a:latin typeface="Arial"/>
                <a:cs typeface="Arial"/>
              </a:rPr>
              <a:t>): There is </a:t>
            </a:r>
            <a:r>
              <a:rPr lang="en-GB" sz="2000">
                <a:latin typeface="Arial"/>
                <a:cs typeface="Arial"/>
              </a:rPr>
              <a:t>no </a:t>
            </a:r>
            <a:r>
              <a:rPr lang="en-GB" sz="2000" b="0">
                <a:latin typeface="Arial"/>
                <a:cs typeface="Arial"/>
              </a:rPr>
              <a:t>effect on the population – so you write one of the following:  </a:t>
            </a:r>
            <a:endParaRPr/>
          </a:p>
          <a:p>
            <a:pPr>
              <a:lnSpc>
                <a:spcPct val="100000"/>
              </a:lnSpc>
              <a:defRPr/>
            </a:pPr>
            <a:r>
              <a:rPr lang="en-GB" sz="2000" b="0">
                <a:solidFill>
                  <a:srgbClr val="FF0000"/>
                </a:solidFill>
                <a:latin typeface="Arial"/>
                <a:cs typeface="Arial"/>
              </a:rPr>
              <a:t>Null hypothesis (H</a:t>
            </a:r>
            <a:r>
              <a:rPr lang="en-GB" sz="2000" b="0" baseline="-25000">
                <a:solidFill>
                  <a:srgbClr val="FF0000"/>
                </a:solidFill>
                <a:latin typeface="Arial"/>
                <a:cs typeface="Arial"/>
              </a:rPr>
              <a:t>0</a:t>
            </a:r>
            <a:r>
              <a:rPr lang="en-GB" sz="2000" b="0">
                <a:solidFill>
                  <a:srgbClr val="FF0000"/>
                </a:solidFill>
                <a:latin typeface="Arial"/>
                <a:cs typeface="Arial"/>
              </a:rPr>
              <a:t>): There is </a:t>
            </a:r>
            <a:r>
              <a:rPr lang="en-GB" sz="2000">
                <a:solidFill>
                  <a:srgbClr val="FF0000"/>
                </a:solidFill>
                <a:latin typeface="Arial"/>
                <a:cs typeface="Arial"/>
              </a:rPr>
              <a:t>no</a:t>
            </a:r>
            <a:r>
              <a:rPr lang="en-GB" sz="2000" b="0">
                <a:solidFill>
                  <a:srgbClr val="FF0000"/>
                </a:solidFill>
                <a:latin typeface="Arial"/>
                <a:cs typeface="Arial"/>
              </a:rPr>
              <a:t> correlation between loan amount and personal income of applicants.</a:t>
            </a:r>
            <a:endParaRPr/>
          </a:p>
          <a:p>
            <a:pPr>
              <a:lnSpc>
                <a:spcPct val="100000"/>
              </a:lnSpc>
              <a:defRPr/>
            </a:pPr>
            <a:r>
              <a:rPr lang="en-GB" sz="2000" b="0">
                <a:latin typeface="Arial"/>
                <a:cs typeface="Arial"/>
              </a:rPr>
              <a:t>2. Alternative hypothesis (H</a:t>
            </a:r>
            <a:r>
              <a:rPr lang="en-GB" sz="2000" b="0" baseline="-25000">
                <a:latin typeface="Arial"/>
                <a:cs typeface="Arial"/>
              </a:rPr>
              <a:t>1</a:t>
            </a:r>
            <a:r>
              <a:rPr lang="en-GB" sz="2000" b="0">
                <a:latin typeface="Arial"/>
                <a:cs typeface="Arial"/>
              </a:rPr>
              <a:t>):  There appears to be an effect on the population – so you copy what you wrote for the Null hypothesis but remove the ‘no’ and replace with ‘</a:t>
            </a:r>
            <a:r>
              <a:rPr lang="en-GB" sz="2000">
                <a:latin typeface="Arial"/>
                <a:cs typeface="Arial"/>
              </a:rPr>
              <a:t>a’  </a:t>
            </a:r>
            <a:r>
              <a:rPr lang="en-GB" sz="2000" b="0">
                <a:latin typeface="Arial"/>
                <a:cs typeface="Arial"/>
              </a:rPr>
              <a:t>For example:</a:t>
            </a:r>
            <a:endParaRPr/>
          </a:p>
          <a:p>
            <a:pPr>
              <a:lnSpc>
                <a:spcPct val="100000"/>
              </a:lnSpc>
              <a:defRPr/>
            </a:pPr>
            <a:r>
              <a:rPr lang="en-GB" sz="2000" b="0">
                <a:solidFill>
                  <a:srgbClr val="FF0000"/>
                </a:solidFill>
                <a:latin typeface="Arial"/>
                <a:cs typeface="Arial"/>
              </a:rPr>
              <a:t>Alt hypothesis (H</a:t>
            </a:r>
            <a:r>
              <a:rPr lang="en-GB" sz="2000" b="0" baseline="-25000">
                <a:solidFill>
                  <a:srgbClr val="FF0000"/>
                </a:solidFill>
                <a:latin typeface="Arial"/>
                <a:cs typeface="Arial"/>
              </a:rPr>
              <a:t>1</a:t>
            </a:r>
            <a:r>
              <a:rPr lang="en-GB" sz="2000" b="0">
                <a:solidFill>
                  <a:srgbClr val="FF0000"/>
                </a:solidFill>
                <a:latin typeface="Arial"/>
                <a:cs typeface="Arial"/>
              </a:rPr>
              <a:t>): There is </a:t>
            </a:r>
            <a:r>
              <a:rPr lang="en-GB" sz="2000">
                <a:solidFill>
                  <a:srgbClr val="FF0000"/>
                </a:solidFill>
                <a:latin typeface="Arial"/>
                <a:cs typeface="Arial"/>
              </a:rPr>
              <a:t>a</a:t>
            </a:r>
            <a:r>
              <a:rPr lang="en-GB" sz="2000" b="0">
                <a:solidFill>
                  <a:srgbClr val="FF0000"/>
                </a:solidFill>
                <a:latin typeface="Arial"/>
                <a:cs typeface="Arial"/>
              </a:rPr>
              <a:t> correlation between </a:t>
            </a:r>
            <a:r>
              <a:rPr lang="en-GB" sz="2000" b="0" i="0" u="none" strike="noStrike" cap="none" spc="-99">
                <a:solidFill>
                  <a:srgbClr val="FF0000"/>
                </a:solidFill>
                <a:latin typeface="Arial"/>
                <a:ea typeface="Arial"/>
                <a:cs typeface="Arial"/>
              </a:rPr>
              <a:t>loan amount and personal income of applicants</a:t>
            </a:r>
            <a:r>
              <a:rPr lang="en-GB" sz="2000" b="0">
                <a:solidFill>
                  <a:srgbClr val="FF0000"/>
                </a:solidFill>
                <a:latin typeface="Arial"/>
                <a:cs typeface="Arial"/>
              </a:rPr>
              <a:t>.</a:t>
            </a:r>
            <a:endParaRPr/>
          </a:p>
        </p:txBody>
      </p:sp>
      <p:sp>
        <p:nvSpPr>
          <p:cNvPr id="1223118450" name="Slide Number Placeholder 3"/>
          <p:cNvSpPr>
            <a:spLocks noGrp="1"/>
          </p:cNvSpPr>
          <p:nvPr>
            <p:ph type="sldNum" sz="quarter" idx="12"/>
          </p:nvPr>
        </p:nvSpPr>
        <p:spPr bwMode="auto">
          <a:xfrm>
            <a:off x="11269543" y="284375"/>
            <a:ext cx="558281" cy="221244"/>
          </a:xfrm>
        </p:spPr>
        <p:txBody>
          <a:bodyPr/>
          <a:lstStyle/>
          <a:p>
            <a:pPr>
              <a:defRPr/>
            </a:pPr>
            <a:r>
              <a:rPr lang="en-US"/>
              <a:t>4</a:t>
            </a:r>
            <a:endParaRPr lang="en-GB"/>
          </a:p>
        </p:txBody>
      </p:sp>
      <p:sp>
        <p:nvSpPr>
          <p:cNvPr id="1989050872" name="TextBox 5"/>
          <p:cNvSpPr txBox="1"/>
          <p:nvPr/>
        </p:nvSpPr>
        <p:spPr bwMode="auto">
          <a:xfrm>
            <a:off x="3356146" y="5298491"/>
            <a:ext cx="7811779" cy="1477328"/>
          </a:xfrm>
          <a:prstGeom prst="rect">
            <a:avLst/>
          </a:prstGeom>
          <a:noFill/>
        </p:spPr>
        <p:txBody>
          <a:bodyPr wrap="square" lIns="91440" tIns="45720" rIns="91440" bIns="45720" anchor="t">
            <a:spAutoFit/>
          </a:bodyPr>
          <a:lstStyle/>
          <a:p>
            <a:pPr>
              <a:defRPr/>
            </a:pPr>
            <a:r>
              <a:rPr lang="en-GB"/>
              <a:t>L</a:t>
            </a:r>
            <a:r>
              <a:rPr lang="en-GB" sz="1800" b="0"/>
              <a:t>eave the hypotheses as </a:t>
            </a:r>
            <a:r>
              <a:rPr lang="en-GB"/>
              <a:t>two </a:t>
            </a:r>
            <a:r>
              <a:rPr lang="en-GB" sz="1800" b="0"/>
              <a:t>statements for now – after your </a:t>
            </a:r>
            <a:r>
              <a:rPr lang="en-GB"/>
              <a:t>statistical </a:t>
            </a:r>
            <a:r>
              <a:rPr lang="en-GB" sz="1800" b="0"/>
              <a:t>analysis </a:t>
            </a:r>
            <a:r>
              <a:rPr lang="en-GB"/>
              <a:t>test, </a:t>
            </a:r>
            <a:r>
              <a:rPr lang="en-GB" sz="1800" b="0"/>
              <a:t>you </a:t>
            </a:r>
            <a:r>
              <a:rPr lang="en-GB"/>
              <a:t>will </a:t>
            </a:r>
            <a:r>
              <a:rPr lang="en-GB" sz="1800" b="0"/>
              <a:t>choose one or the other.</a:t>
            </a:r>
            <a:r>
              <a:rPr lang="en-GB"/>
              <a:t> (</a:t>
            </a:r>
            <a:r>
              <a:rPr lang="en-GB" i="1"/>
              <a:t>You will report: "We fail to reject the null hypothesis" with no significant result, or if you do have significance [p-value = &lt; 0.05] you can state "We reject the null hypothesis".   More guidance on hypothesis testing is given in the lectures</a:t>
            </a:r>
            <a:r>
              <a:rPr lang="en-GB"/>
              <a:t>.)</a:t>
            </a:r>
            <a:endParaRPr lang="en-GB">
              <a:cs typeface="Arial"/>
            </a:endParaRPr>
          </a:p>
        </p:txBody>
      </p:sp>
    </p:spTree>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http://www.w3.org/2001/XMLSchema-instance"/>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 ds:uri="http://www.w3.org/2001/XMLSchema-instance"/>
  </ds:schemaRefs>
</ds:datastoreItem>
</file>

<file path=customXml/itemProps3.xml><?xml version="1.0" encoding="utf-8"?>
<ds:datastoreItem xmlns:ds="http://schemas.openxmlformats.org/officeDocument/2006/customXml" ds:itemID="{91C521DD-2673-4EE6-BB9B-DC5C3320FF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1048</Words>
  <Application>Microsoft Office PowerPoint</Application>
  <PresentationFormat>Widescreen</PresentationFormat>
  <Paragraphs>47</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Herts Theme</vt:lpstr>
      <vt:lpstr>PowerPoint Presentation</vt:lpstr>
      <vt:lpstr>Research Question – Is Tutorial Presentation for Feedback Date:  </vt:lpstr>
      <vt:lpstr>Include summary information of your dataset, to include  The columns we include in our research question are person_income and loan_amnt. At least 5 rows of the data    Our dataset has 45000 rows/records.  </vt:lpstr>
      <vt:lpstr>This dataset is interesting to us because (one sentence): it presents an opportunity to look into factors affecting credit accessibility From the column headings in your dataset choose ONE independent * and ONE dependent variable .  Our  Independent variable is: Person income                    This  Independent variable datatype is (select one): Interval/measurement data. Our Dependent variable is: Loan amount                    This Dependent variable datatype is  (select one): Interval/measurement data</vt:lpstr>
      <vt:lpstr>Is there a correlation between loan amount and personal income of applicants?”.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Getrude Jeruto</cp:lastModifiedBy>
  <cp:revision>120</cp:revision>
  <dcterms:created xsi:type="dcterms:W3CDTF">2019-10-01T08:37:56Z</dcterms:created>
  <dcterms:modified xsi:type="dcterms:W3CDTF">2025-12-01T09:11:45Z</dcterms:modified>
</cp:coreProperties>
</file>