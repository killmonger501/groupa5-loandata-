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custDataLst>
    <p:custData r:id="rId3"/>
    <p:custData r:id="rId1"/>
    <p:custData r:id="rId2"/>
  </p:custDataLst>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3249">
          <p15:clr>
            <a:srgbClr val="A4A3A4"/>
          </p15:clr>
        </p15:guide>
        <p15:guide id="4" pos="7068">
          <p15:clr>
            <a:srgbClr val="A4A3A4"/>
          </p15:clr>
        </p15:guide>
        <p15:guide id="5" orient="horz" pos="13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 orient="horz" pos="3249"/>
        <p:guide pos="7068"/>
        <p:guide orient="horz" pos="13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233610728"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GB"/>
          </a:p>
        </p:txBody>
      </p:sp>
      <p:sp>
        <p:nvSpPr>
          <p:cNvPr id="166321218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8E359C8A-39F6-4045-9163-4042C4C26B15}" type="datetimeFigureOut">
              <a:rPr lang="en-GB"/>
              <a:t>01/12/2025</a:t>
            </a:fld>
            <a:endParaRPr lang="en-GB"/>
          </a:p>
        </p:txBody>
      </p:sp>
      <p:sp>
        <p:nvSpPr>
          <p:cNvPr id="17451342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GB"/>
          </a:p>
        </p:txBody>
      </p:sp>
      <p:sp>
        <p:nvSpPr>
          <p:cNvPr id="723066917"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1405799605"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GB"/>
          </a:p>
        </p:txBody>
      </p:sp>
      <p:sp>
        <p:nvSpPr>
          <p:cNvPr id="46847170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30370952-48CC-46D7-9FCD-59FAD40CC025}" type="slidenum">
              <a:rPr lang="en-GB"/>
              <a:t>‹#›</a:t>
            </a:fld>
            <a:endParaRPr lang="en-GB"/>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093187854" name="Slide Image Placeholder 1"/>
          <p:cNvSpPr>
            <a:spLocks noGrp="1" noRot="1" noChangeAspect="1"/>
          </p:cNvSpPr>
          <p:nvPr>
            <p:ph type="sldImg"/>
          </p:nvPr>
        </p:nvSpPr>
        <p:spPr bwMode="auto"/>
      </p:sp>
      <p:sp>
        <p:nvSpPr>
          <p:cNvPr id="970111323" name="Notes Placeholder 2"/>
          <p:cNvSpPr>
            <a:spLocks noGrp="1"/>
          </p:cNvSpPr>
          <p:nvPr>
            <p:ph type="body" idx="1"/>
          </p:nvPr>
        </p:nvSpPr>
        <p:spPr bwMode="auto"/>
        <p:txBody>
          <a:bodyPr/>
          <a:lstStyle/>
          <a:p>
            <a:pPr>
              <a:defRPr/>
            </a:pPr>
            <a:endParaRPr/>
          </a:p>
        </p:txBody>
      </p:sp>
      <p:sp>
        <p:nvSpPr>
          <p:cNvPr id="1226970849" name="Slide Number Placeholder 3"/>
          <p:cNvSpPr>
            <a:spLocks noGrp="1"/>
          </p:cNvSpPr>
          <p:nvPr>
            <p:ph type="sldNum" sz="quarter" idx="10"/>
          </p:nvPr>
        </p:nvSpPr>
        <p:spPr bwMode="auto"/>
        <p:txBody>
          <a:bodyPr/>
          <a:lstStyle/>
          <a:p>
            <a:pPr>
              <a:defRPr/>
            </a:pPr>
            <a:fld id="{F2D3F479-D4AD-35C2-04D0-AFCD5C6F5319}"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05214214" name="Slide Image Placeholder 1"/>
          <p:cNvSpPr>
            <a:spLocks noGrp="1" noRot="1" noChangeAspect="1"/>
          </p:cNvSpPr>
          <p:nvPr>
            <p:ph type="sldImg"/>
          </p:nvPr>
        </p:nvSpPr>
        <p:spPr bwMode="auto"/>
      </p:sp>
      <p:sp>
        <p:nvSpPr>
          <p:cNvPr id="462906739" name="Notes Placeholder 2"/>
          <p:cNvSpPr>
            <a:spLocks noGrp="1"/>
          </p:cNvSpPr>
          <p:nvPr>
            <p:ph type="body" idx="1"/>
          </p:nvPr>
        </p:nvSpPr>
        <p:spPr bwMode="auto"/>
        <p:txBody>
          <a:bodyPr/>
          <a:lstStyle/>
          <a:p>
            <a:pPr>
              <a:defRPr/>
            </a:pPr>
            <a:endParaRPr/>
          </a:p>
        </p:txBody>
      </p:sp>
      <p:sp>
        <p:nvSpPr>
          <p:cNvPr id="807979867" name="Slide Number Placeholder 3"/>
          <p:cNvSpPr>
            <a:spLocks noGrp="1"/>
          </p:cNvSpPr>
          <p:nvPr>
            <p:ph type="sldNum" sz="quarter" idx="10"/>
          </p:nvPr>
        </p:nvSpPr>
        <p:spPr bwMode="auto"/>
        <p:txBody>
          <a:bodyPr/>
          <a:lstStyle/>
          <a:p>
            <a:pPr>
              <a:defRPr/>
            </a:pPr>
            <a:fld id="{F31DCE6A-C64C-AF04-CD13-525E4562A1E0}"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25982051" name="Slide Image Placeholder 1"/>
          <p:cNvSpPr>
            <a:spLocks noGrp="1" noRot="1" noChangeAspect="1"/>
          </p:cNvSpPr>
          <p:nvPr>
            <p:ph type="sldImg"/>
          </p:nvPr>
        </p:nvSpPr>
        <p:spPr bwMode="auto"/>
      </p:sp>
      <p:sp>
        <p:nvSpPr>
          <p:cNvPr id="160924387" name="Notes Placeholder 2"/>
          <p:cNvSpPr>
            <a:spLocks noGrp="1"/>
          </p:cNvSpPr>
          <p:nvPr>
            <p:ph type="body" idx="1"/>
          </p:nvPr>
        </p:nvSpPr>
        <p:spPr bwMode="auto"/>
        <p:txBody>
          <a:bodyPr/>
          <a:lstStyle/>
          <a:p>
            <a:pPr>
              <a:defRPr/>
            </a:pPr>
            <a:endParaRPr lang="en-GB"/>
          </a:p>
        </p:txBody>
      </p:sp>
      <p:sp>
        <p:nvSpPr>
          <p:cNvPr id="1607969320" name="Slide Number Placeholder 3"/>
          <p:cNvSpPr>
            <a:spLocks noGrp="1"/>
          </p:cNvSpPr>
          <p:nvPr>
            <p:ph type="sldNum" sz="quarter" idx="5"/>
          </p:nvPr>
        </p:nvSpPr>
        <p:spPr bwMode="auto"/>
        <p:txBody>
          <a:bodyPr/>
          <a:lstStyle/>
          <a:p>
            <a:pPr>
              <a:defRPr/>
            </a:pPr>
            <a:fld id="{30370952-48CC-46D7-9FCD-59FAD40CC025}" type="slidenum">
              <a:rPr lang="en-GB"/>
              <a:t>3</a:t>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64836044" name="Slide Image Placeholder 1"/>
          <p:cNvSpPr>
            <a:spLocks noGrp="1" noRot="1" noChangeAspect="1"/>
          </p:cNvSpPr>
          <p:nvPr>
            <p:ph type="sldImg"/>
          </p:nvPr>
        </p:nvSpPr>
        <p:spPr bwMode="auto"/>
      </p:sp>
      <p:sp>
        <p:nvSpPr>
          <p:cNvPr id="437758542" name="Notes Placeholder 2"/>
          <p:cNvSpPr>
            <a:spLocks noGrp="1"/>
          </p:cNvSpPr>
          <p:nvPr>
            <p:ph type="body" idx="1"/>
          </p:nvPr>
        </p:nvSpPr>
        <p:spPr bwMode="auto"/>
        <p:txBody>
          <a:bodyPr/>
          <a:lstStyle/>
          <a:p>
            <a:pPr>
              <a:defRPr/>
            </a:pPr>
            <a:endParaRPr/>
          </a:p>
        </p:txBody>
      </p:sp>
      <p:sp>
        <p:nvSpPr>
          <p:cNvPr id="2046909510" name="Slide Number Placeholder 3"/>
          <p:cNvSpPr>
            <a:spLocks noGrp="1"/>
          </p:cNvSpPr>
          <p:nvPr>
            <p:ph type="sldNum" sz="quarter" idx="10"/>
          </p:nvPr>
        </p:nvSpPr>
        <p:spPr bwMode="auto"/>
        <p:txBody>
          <a:bodyPr/>
          <a:lstStyle/>
          <a:p>
            <a:pPr>
              <a:defRPr/>
            </a:pPr>
            <a:fld id="{CE90AB3D-3726-6CE0-7A45-7E6A34DAD8E0}"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16080378" name="Slide Image Placeholder 1"/>
          <p:cNvSpPr>
            <a:spLocks noGrp="1" noRot="1" noChangeAspect="1"/>
          </p:cNvSpPr>
          <p:nvPr>
            <p:ph type="sldImg"/>
          </p:nvPr>
        </p:nvSpPr>
        <p:spPr bwMode="auto"/>
      </p:sp>
      <p:sp>
        <p:nvSpPr>
          <p:cNvPr id="1380326157" name="Notes Placeholder 2"/>
          <p:cNvSpPr>
            <a:spLocks noGrp="1"/>
          </p:cNvSpPr>
          <p:nvPr>
            <p:ph type="body" idx="1"/>
          </p:nvPr>
        </p:nvSpPr>
        <p:spPr bwMode="auto"/>
        <p:txBody>
          <a:bodyPr/>
          <a:lstStyle/>
          <a:p>
            <a:pPr>
              <a:defRPr/>
            </a:pPr>
            <a:endParaRPr/>
          </a:p>
        </p:txBody>
      </p:sp>
      <p:sp>
        <p:nvSpPr>
          <p:cNvPr id="1182427397" name="Slide Number Placeholder 3"/>
          <p:cNvSpPr>
            <a:spLocks noGrp="1"/>
          </p:cNvSpPr>
          <p:nvPr>
            <p:ph type="sldNum" sz="quarter" idx="10"/>
          </p:nvPr>
        </p:nvSpPr>
        <p:spPr bwMode="auto"/>
        <p:txBody>
          <a:bodyPr/>
          <a:lstStyle/>
          <a:p>
            <a:pPr>
              <a:defRPr/>
            </a:pPr>
            <a:fld id="{0AAE567D-FD44-67CB-C7BF-67A50E23FC94}"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96536183" name="Slide Image Placeholder 1"/>
          <p:cNvSpPr>
            <a:spLocks noGrp="1" noRot="1" noChangeAspect="1"/>
          </p:cNvSpPr>
          <p:nvPr>
            <p:ph type="sldImg"/>
          </p:nvPr>
        </p:nvSpPr>
        <p:spPr bwMode="auto"/>
      </p:sp>
      <p:sp>
        <p:nvSpPr>
          <p:cNvPr id="1135063818" name="Notes Placeholder 2"/>
          <p:cNvSpPr>
            <a:spLocks noGrp="1"/>
          </p:cNvSpPr>
          <p:nvPr>
            <p:ph type="body" idx="1"/>
          </p:nvPr>
        </p:nvSpPr>
        <p:spPr bwMode="auto"/>
        <p:txBody>
          <a:bodyPr/>
          <a:lstStyle/>
          <a:p>
            <a:pPr>
              <a:defRPr/>
            </a:pPr>
            <a:endParaRPr/>
          </a:p>
        </p:txBody>
      </p:sp>
      <p:sp>
        <p:nvSpPr>
          <p:cNvPr id="565426654" name="Slide Number Placeholder 3"/>
          <p:cNvSpPr>
            <a:spLocks noGrp="1"/>
          </p:cNvSpPr>
          <p:nvPr>
            <p:ph type="sldNum" sz="quarter" idx="10"/>
          </p:nvPr>
        </p:nvSpPr>
        <p:spPr bwMode="auto"/>
        <p:txBody>
          <a:bodyPr/>
          <a:lstStyle/>
          <a:p>
            <a:pPr>
              <a:defRPr/>
            </a:pPr>
            <a:fld id="{DCDCC23D-F539-AF3A-9DA8-D4139A94F264}"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3534028" name="PlaceHolder 1"/>
          <p:cNvSpPr>
            <a:spLocks noGrp="1" noRot="1" noChangeAspect="1"/>
          </p:cNvSpPr>
          <p:nvPr>
            <p:ph type="sldImg"/>
          </p:nvPr>
        </p:nvSpPr>
        <p:spPr bwMode="auto">
          <a:xfrm>
            <a:off x="685800" y="1143000"/>
            <a:ext cx="5486400" cy="3086100"/>
          </a:xfrm>
          <a:prstGeom prst="rect">
            <a:avLst/>
          </a:prstGeom>
        </p:spPr>
      </p:sp>
      <p:sp>
        <p:nvSpPr>
          <p:cNvPr id="249701390" name="PlaceHolder 2"/>
          <p:cNvSpPr>
            <a:spLocks noGrp="1"/>
          </p:cNvSpPr>
          <p:nvPr>
            <p:ph type="body"/>
          </p:nvPr>
        </p:nvSpPr>
        <p:spPr bwMode="auto">
          <a:xfrm>
            <a:off x="685800" y="4400640"/>
            <a:ext cx="5486039" cy="3600000"/>
          </a:xfrm>
          <a:prstGeom prst="rect">
            <a:avLst/>
          </a:prstGeom>
        </p:spPr>
        <p:txBody>
          <a:bodyPr>
            <a:noAutofit/>
          </a:bodyPr>
          <a:lstStyle/>
          <a:p>
            <a:pPr>
              <a:defRPr/>
            </a:pPr>
            <a:endParaRPr lang="en-US" sz="2000" b="0" strike="noStrike" spc="-1">
              <a:latin typeface="Arial"/>
            </a:endParaRPr>
          </a:p>
        </p:txBody>
      </p:sp>
      <p:sp>
        <p:nvSpPr>
          <p:cNvPr id="1266220405" name="TextShape 3"/>
          <p:cNvSpPr txBox="1"/>
          <p:nvPr/>
        </p:nvSpPr>
        <p:spPr bwMode="auto">
          <a:xfrm>
            <a:off x="3884760" y="8685360"/>
            <a:ext cx="2971440" cy="458280"/>
          </a:xfrm>
          <a:prstGeom prst="rect">
            <a:avLst/>
          </a:prstGeom>
          <a:noFill/>
          <a:ln>
            <a:noFill/>
          </a:ln>
        </p:spPr>
        <p:txBody>
          <a:bodyPr anchor="b">
            <a:noAutofit/>
          </a:bodyPr>
          <a:lstStyle/>
          <a:p>
            <a:pPr algn="r">
              <a:lnSpc>
                <a:spcPct val="100000"/>
              </a:lnSpc>
              <a:defRPr/>
            </a:pPr>
            <a:fld id="{F2152A03-473D-4693-94B3-2C4A26E4B7E1}" type="slidenum">
              <a:rPr lang="en-GB" sz="1200" b="0" strike="noStrike" spc="-1">
                <a:latin typeface="Times New Roman"/>
              </a:rPr>
              <a:t>7</a:t>
            </a:fld>
            <a:endParaRPr lang="en-US" sz="1200" b="0" strike="noStrike" spc="-1">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48156306" name="Slide Image Placeholder 1"/>
          <p:cNvSpPr>
            <a:spLocks noGrp="1" noRot="1" noChangeAspect="1"/>
          </p:cNvSpPr>
          <p:nvPr>
            <p:ph type="sldImg"/>
          </p:nvPr>
        </p:nvSpPr>
        <p:spPr bwMode="auto"/>
      </p:sp>
      <p:sp>
        <p:nvSpPr>
          <p:cNvPr id="931206095" name="Notes Placeholder 2"/>
          <p:cNvSpPr>
            <a:spLocks noGrp="1"/>
          </p:cNvSpPr>
          <p:nvPr>
            <p:ph type="body" idx="1"/>
          </p:nvPr>
        </p:nvSpPr>
        <p:spPr bwMode="auto"/>
        <p:txBody>
          <a:bodyPr/>
          <a:lstStyle/>
          <a:p>
            <a:pPr>
              <a:defRPr/>
            </a:pPr>
            <a:endParaRPr/>
          </a:p>
        </p:txBody>
      </p:sp>
      <p:sp>
        <p:nvSpPr>
          <p:cNvPr id="1171953198" name="Slide Number Placeholder 3"/>
          <p:cNvSpPr>
            <a:spLocks noGrp="1"/>
          </p:cNvSpPr>
          <p:nvPr>
            <p:ph type="sldNum" sz="quarter" idx="10"/>
          </p:nvPr>
        </p:nvSpPr>
        <p:spPr bwMode="auto"/>
        <p:txBody>
          <a:bodyPr/>
          <a:lstStyle/>
          <a:p>
            <a:pPr>
              <a:defRPr/>
            </a:pPr>
            <a:fld id="{30511EA8-1CB8-9E57-2BEB-04B7B218F467}"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89890552" name="PlaceHolder 1"/>
          <p:cNvSpPr>
            <a:spLocks noGrp="1" noRot="1" noChangeAspect="1"/>
          </p:cNvSpPr>
          <p:nvPr>
            <p:ph type="sldImg"/>
          </p:nvPr>
        </p:nvSpPr>
        <p:spPr bwMode="auto">
          <a:xfrm>
            <a:off x="685800" y="1143000"/>
            <a:ext cx="5486400" cy="3086100"/>
          </a:xfrm>
          <a:prstGeom prst="rect">
            <a:avLst/>
          </a:prstGeom>
        </p:spPr>
      </p:sp>
      <p:sp>
        <p:nvSpPr>
          <p:cNvPr id="1374835139" name="PlaceHolder 2"/>
          <p:cNvSpPr>
            <a:spLocks noGrp="1"/>
          </p:cNvSpPr>
          <p:nvPr>
            <p:ph type="body"/>
          </p:nvPr>
        </p:nvSpPr>
        <p:spPr bwMode="auto">
          <a:xfrm>
            <a:off x="685800" y="4400640"/>
            <a:ext cx="5486039" cy="3600000"/>
          </a:xfrm>
          <a:prstGeom prst="rect">
            <a:avLst/>
          </a:prstGeom>
        </p:spPr>
        <p:txBody>
          <a:bodyPr>
            <a:noAutofit/>
          </a:bodyPr>
          <a:lstStyle/>
          <a:p>
            <a:pPr>
              <a:defRPr/>
            </a:pPr>
            <a:endParaRPr lang="en-US" sz="2000" b="0" strike="noStrike" spc="-1">
              <a:latin typeface="Arial"/>
            </a:endParaRPr>
          </a:p>
        </p:txBody>
      </p:sp>
      <p:sp>
        <p:nvSpPr>
          <p:cNvPr id="1693186711" name="TextShape 3"/>
          <p:cNvSpPr txBox="1"/>
          <p:nvPr/>
        </p:nvSpPr>
        <p:spPr bwMode="auto">
          <a:xfrm>
            <a:off x="3884760" y="8685360"/>
            <a:ext cx="2971440" cy="458280"/>
          </a:xfrm>
          <a:prstGeom prst="rect">
            <a:avLst/>
          </a:prstGeom>
          <a:noFill/>
          <a:ln>
            <a:noFill/>
          </a:ln>
        </p:spPr>
        <p:txBody>
          <a:bodyPr anchor="b">
            <a:noAutofit/>
          </a:bodyPr>
          <a:lstStyle/>
          <a:p>
            <a:pPr algn="r">
              <a:lnSpc>
                <a:spcPct val="100000"/>
              </a:lnSpc>
              <a:defRPr/>
            </a:pPr>
            <a:fld id="{9CC74A4D-E600-4B52-BF69-B8B2F0EE1375}" type="slidenum">
              <a:rPr lang="en-GB" sz="1200" b="0" strike="noStrike" spc="-1">
                <a:latin typeface="Times New Roman"/>
              </a:rPr>
              <a:t>9</a:t>
            </a:fld>
            <a:endParaRPr lang="en-US" sz="1200" b="0" strike="noStrike" spc="-1">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64257296" name="PlaceHolder 1"/>
          <p:cNvSpPr>
            <a:spLocks noGrp="1" noRot="1" noChangeAspect="1"/>
          </p:cNvSpPr>
          <p:nvPr>
            <p:ph type="sldImg"/>
          </p:nvPr>
        </p:nvSpPr>
        <p:spPr bwMode="auto">
          <a:xfrm>
            <a:off x="685800" y="1143000"/>
            <a:ext cx="5486400" cy="3086100"/>
          </a:xfrm>
          <a:prstGeom prst="rect">
            <a:avLst/>
          </a:prstGeom>
        </p:spPr>
      </p:sp>
      <p:sp>
        <p:nvSpPr>
          <p:cNvPr id="690521403" name="PlaceHolder 2"/>
          <p:cNvSpPr>
            <a:spLocks noGrp="1"/>
          </p:cNvSpPr>
          <p:nvPr>
            <p:ph type="body"/>
          </p:nvPr>
        </p:nvSpPr>
        <p:spPr bwMode="auto">
          <a:xfrm>
            <a:off x="685800" y="4400640"/>
            <a:ext cx="5486039" cy="3600000"/>
          </a:xfrm>
          <a:prstGeom prst="rect">
            <a:avLst/>
          </a:prstGeom>
        </p:spPr>
        <p:txBody>
          <a:bodyPr>
            <a:noAutofit/>
          </a:bodyPr>
          <a:lstStyle/>
          <a:p>
            <a:pPr>
              <a:defRPr/>
            </a:pPr>
            <a:endParaRPr lang="en-US" sz="2000" b="0" strike="noStrike" spc="-1">
              <a:latin typeface="Arial"/>
            </a:endParaRPr>
          </a:p>
        </p:txBody>
      </p:sp>
      <p:sp>
        <p:nvSpPr>
          <p:cNvPr id="1023239856" name="TextShape 3"/>
          <p:cNvSpPr txBox="1"/>
          <p:nvPr/>
        </p:nvSpPr>
        <p:spPr bwMode="auto">
          <a:xfrm>
            <a:off x="3884760" y="8685360"/>
            <a:ext cx="2971440" cy="458280"/>
          </a:xfrm>
          <a:prstGeom prst="rect">
            <a:avLst/>
          </a:prstGeom>
          <a:noFill/>
          <a:ln>
            <a:noFill/>
          </a:ln>
        </p:spPr>
        <p:txBody>
          <a:bodyPr anchor="b">
            <a:noAutofit/>
          </a:bodyPr>
          <a:lstStyle/>
          <a:p>
            <a:pPr algn="r">
              <a:lnSpc>
                <a:spcPct val="100000"/>
              </a:lnSpc>
              <a:defRPr/>
            </a:pPr>
            <a:fld id="{677DA20C-D3E3-4F02-A624-D52A93CA4942}" type="slidenum">
              <a:rPr lang="en-GB" sz="1200" b="0" strike="noStrike" spc="-1">
                <a:latin typeface="Times New Roman"/>
              </a:rPr>
              <a:t>10</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Cover">
    <p:bg>
      <p:bgPr>
        <a:blipFill>
          <a:blip r:embed="rId2">
            <a:lum/>
          </a:blip>
          <a:stretch/>
        </a:blipFill>
        <a:effectLst/>
      </p:bgPr>
    </p:bg>
    <p:spTree>
      <p:nvGrpSpPr>
        <p:cNvPr id="1" name=""/>
        <p:cNvGrpSpPr/>
        <p:nvPr/>
      </p:nvGrpSpPr>
      <p:grpSpPr bwMode="auto">
        <a:xfrm>
          <a:off x="0" y="0"/>
          <a:ext cx="0" cy="0"/>
          <a:chOff x="0" y="0"/>
          <a:chExt cx="0" cy="0"/>
        </a:xfrm>
      </p:grpSpPr>
      <p:pic>
        <p:nvPicPr>
          <p:cNvPr id="2145199354" name="Picture 3" descr="University of Hertfordshire logo"/>
          <p:cNvPicPr>
            <a:picLocks noChangeAspect="1"/>
          </p:cNvPicPr>
          <p:nvPr userDrawn="1"/>
        </p:nvPicPr>
        <p:blipFill rotWithShape="1">
          <a:blip r:embed="rId3"/>
          <a:stretch/>
        </p:blipFill>
        <p:spPr bwMode="auto">
          <a:xfrm>
            <a:off x="2844000" y="2854800"/>
            <a:ext cx="6501600" cy="115363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title" preserve="1" userDrawn="1">
  <p:cSld name="Section divider">
    <p:bg>
      <p:bgPr>
        <a:solidFill>
          <a:schemeClr val="accent1"/>
        </a:solidFill>
        <a:effectLst/>
      </p:bgPr>
    </p:bg>
    <p:spTree>
      <p:nvGrpSpPr>
        <p:cNvPr id="1" name=""/>
        <p:cNvGrpSpPr/>
        <p:nvPr/>
      </p:nvGrpSpPr>
      <p:grpSpPr bwMode="auto">
        <a:xfrm>
          <a:off x="0" y="0"/>
          <a:ext cx="0" cy="0"/>
          <a:chOff x="0" y="0"/>
          <a:chExt cx="0" cy="0"/>
        </a:xfrm>
      </p:grpSpPr>
      <p:sp>
        <p:nvSpPr>
          <p:cNvPr id="1627174274" name="Title 1"/>
          <p:cNvSpPr>
            <a:spLocks noGrp="1"/>
          </p:cNvSpPr>
          <p:nvPr>
            <p:ph type="ctrTitle" hasCustomPrompt="1"/>
          </p:nvPr>
        </p:nvSpPr>
        <p:spPr bwMode="auto">
          <a:xfrm>
            <a:off x="953999" y="2579715"/>
            <a:ext cx="10031157" cy="2160000"/>
          </a:xfrm>
        </p:spPr>
        <p:txBody>
          <a:bodyPr anchor="t" anchorCtr="0">
            <a:normAutofit/>
          </a:bodyPr>
          <a:lstStyle>
            <a:lvl1pPr algn="l">
              <a:lnSpc>
                <a:spcPts val="8000"/>
              </a:lnSpc>
              <a:defRPr sz="7500" b="1" spc="-200">
                <a:solidFill>
                  <a:schemeClr val="bg1"/>
                </a:solidFill>
              </a:defRPr>
            </a:lvl1pPr>
          </a:lstStyle>
          <a:p>
            <a:pPr>
              <a:defRPr/>
            </a:pPr>
            <a:r>
              <a:rPr lang="en-US"/>
              <a:t>Click to edit master title</a:t>
            </a:r>
            <a:endParaRPr lang="en-GB"/>
          </a:p>
        </p:txBody>
      </p:sp>
      <p:sp>
        <p:nvSpPr>
          <p:cNvPr id="521254690" name="Subtitle 2"/>
          <p:cNvSpPr>
            <a:spLocks noGrp="1"/>
          </p:cNvSpPr>
          <p:nvPr>
            <p:ph type="subTitle" idx="1" hasCustomPrompt="1"/>
          </p:nvPr>
        </p:nvSpPr>
        <p:spPr bwMode="auto">
          <a:xfrm>
            <a:off x="954000" y="1890000"/>
            <a:ext cx="10031156" cy="360000"/>
          </a:xfrm>
        </p:spPr>
        <p:txBody>
          <a:bodyPr lIns="0" tIns="0" rIns="0" bIns="0">
            <a:noAutofit/>
          </a:bodyPr>
          <a:lstStyle>
            <a:lvl1pPr marL="0" indent="0" algn="l">
              <a:buNone/>
              <a:defRPr sz="3600" b="1" spc="-1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a:t>
            </a:r>
            <a:endParaRPr lang="en-GB"/>
          </a:p>
        </p:txBody>
      </p:sp>
      <p:sp>
        <p:nvSpPr>
          <p:cNvPr id="1192994911" name="Footer Placeholder 4"/>
          <p:cNvSpPr>
            <a:spLocks noGrp="1"/>
          </p:cNvSpPr>
          <p:nvPr>
            <p:ph type="ftr" sz="quarter" idx="11"/>
          </p:nvPr>
        </p:nvSpPr>
        <p:spPr bwMode="auto">
          <a:xfrm>
            <a:off x="965289" y="779733"/>
            <a:ext cx="7176911" cy="230832"/>
          </a:xfrm>
        </p:spPr>
        <p:txBody>
          <a:bodyPr>
            <a:noAutofit/>
          </a:bodyPr>
          <a:lstStyle>
            <a:lvl1pPr>
              <a:defRPr>
                <a:solidFill>
                  <a:schemeClr val="bg1"/>
                </a:solidFill>
              </a:defRPr>
            </a:lvl1pPr>
          </a:lstStyle>
          <a:p>
            <a:pPr>
              <a:defRPr/>
            </a:pPr>
            <a:r>
              <a:rPr lang="en-GB"/>
              <a:t>PRESENTATION TITLE (ADD VIA INSERT, HEADER &amp; FOOTER)</a:t>
            </a:r>
            <a:endParaRPr lang="en-GB">
              <a:solidFill>
                <a:schemeClr val="bg1"/>
              </a:solidFill>
            </a:endParaRPr>
          </a:p>
        </p:txBody>
      </p:sp>
      <p:sp>
        <p:nvSpPr>
          <p:cNvPr id="256372141" name="Slide Number Placeholder 5"/>
          <p:cNvSpPr>
            <a:spLocks noGrp="1"/>
          </p:cNvSpPr>
          <p:nvPr>
            <p:ph type="sldNum" sz="quarter" idx="12"/>
          </p:nvPr>
        </p:nvSpPr>
        <p:spPr bwMode="auto">
          <a:xfrm>
            <a:off x="10616400" y="779733"/>
            <a:ext cx="622800" cy="230832"/>
          </a:xfrm>
        </p:spPr>
        <p:txBody>
          <a:bodyPr wrap="square">
            <a:noAutofit/>
          </a:bodyPr>
          <a:lstStyle>
            <a:lvl1pPr>
              <a:defRPr>
                <a:solidFill>
                  <a:schemeClr val="bg1"/>
                </a:solidFill>
              </a:defRPr>
            </a:lvl1pPr>
          </a:lstStyle>
          <a:p>
            <a:pPr>
              <a:defRPr/>
            </a:pPr>
            <a:fld id="{E4D355CA-84B7-41B1-B164-8BB439CC7C6B}" type="slidenum">
              <a:rPr lang="en-GB"/>
              <a:t>‹#›</a:t>
            </a:fld>
            <a:endParaRPr lang="en-GB"/>
          </a:p>
        </p:txBody>
      </p:sp>
      <p:pic>
        <p:nvPicPr>
          <p:cNvPr id="1453837320" name="Picture 7" descr="A picture containing drawing&#10;&#10;Description automatically generated"/>
          <p:cNvPicPr>
            <a:picLocks noChangeAspect="1"/>
          </p:cNvPicPr>
          <p:nvPr userDrawn="1"/>
        </p:nvPicPr>
        <p:blipFill rotWithShape="1">
          <a:blip r:embed="rId2"/>
          <a:stretch/>
        </p:blipFill>
        <p:spPr bwMode="auto">
          <a:xfrm>
            <a:off x="954000" y="5511600"/>
            <a:ext cx="2242800" cy="39795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Title page">
    <p:bg>
      <p:bgPr>
        <a:solidFill>
          <a:schemeClr val="bg1"/>
        </a:solidFill>
        <a:effectLst/>
      </p:bgPr>
    </p:bg>
    <p:spTree>
      <p:nvGrpSpPr>
        <p:cNvPr id="1" name=""/>
        <p:cNvGrpSpPr/>
        <p:nvPr/>
      </p:nvGrpSpPr>
      <p:grpSpPr bwMode="auto">
        <a:xfrm>
          <a:off x="0" y="0"/>
          <a:ext cx="0" cy="0"/>
          <a:chOff x="0" y="0"/>
          <a:chExt cx="0" cy="0"/>
        </a:xfrm>
      </p:grpSpPr>
      <p:sp>
        <p:nvSpPr>
          <p:cNvPr id="553782073" name="Subtitle 2"/>
          <p:cNvSpPr>
            <a:spLocks noGrp="1"/>
          </p:cNvSpPr>
          <p:nvPr>
            <p:ph type="subTitle" idx="1"/>
          </p:nvPr>
        </p:nvSpPr>
        <p:spPr bwMode="auto">
          <a:xfrm>
            <a:off x="954000" y="1890000"/>
            <a:ext cx="7200000" cy="360000"/>
          </a:xfrm>
        </p:spPr>
        <p:txBody>
          <a:bodyPr lIns="0" tIns="0" rIns="0" bIns="0">
            <a:noAutofit/>
          </a:bodyPr>
          <a:lstStyle>
            <a:lvl1pPr marL="0" indent="0" algn="l">
              <a:buNone/>
              <a:defRPr sz="3600" b="1" spc="-1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GB"/>
          </a:p>
        </p:txBody>
      </p:sp>
      <p:sp>
        <p:nvSpPr>
          <p:cNvPr id="2072236344" name="Footer Placeholder 4"/>
          <p:cNvSpPr>
            <a:spLocks noGrp="1"/>
          </p:cNvSpPr>
          <p:nvPr>
            <p:ph type="ftr" sz="quarter" idx="11"/>
          </p:nvPr>
        </p:nvSpPr>
        <p:spPr bwMode="auto">
          <a:xfrm>
            <a:off x="965289" y="791022"/>
            <a:ext cx="7176911" cy="230832"/>
          </a:xfrm>
        </p:spPr>
        <p:txBody>
          <a:bodyPr>
            <a:noAutofit/>
          </a:bodyPr>
          <a:lstStyle>
            <a:lvl1pPr>
              <a:defRPr>
                <a:solidFill>
                  <a:srgbClr val="8F9898"/>
                </a:solidFill>
              </a:defRPr>
            </a:lvl1pPr>
          </a:lstStyle>
          <a:p>
            <a:pPr>
              <a:defRPr/>
            </a:pPr>
            <a:r>
              <a:rPr lang="en-GB"/>
              <a:t>PRESENTATION TITLE (ADD VIA INSERT, HEADER &amp; FOOTER)</a:t>
            </a:r>
            <a:endParaRPr/>
          </a:p>
        </p:txBody>
      </p:sp>
      <p:sp>
        <p:nvSpPr>
          <p:cNvPr id="578412659" name="Slide Number Placeholder 5"/>
          <p:cNvSpPr>
            <a:spLocks noGrp="1"/>
          </p:cNvSpPr>
          <p:nvPr>
            <p:ph type="sldNum" sz="quarter" idx="12"/>
          </p:nvPr>
        </p:nvSpPr>
        <p:spPr bwMode="auto">
          <a:xfrm>
            <a:off x="10616400" y="791022"/>
            <a:ext cx="622800" cy="230832"/>
          </a:xfrm>
        </p:spPr>
        <p:txBody>
          <a:bodyPr wrap="square">
            <a:noAutofit/>
          </a:bodyPr>
          <a:lstStyle>
            <a:lvl1pPr>
              <a:defRPr>
                <a:solidFill>
                  <a:srgbClr val="8F9898"/>
                </a:solidFill>
              </a:defRPr>
            </a:lvl1pPr>
          </a:lstStyle>
          <a:p>
            <a:pPr>
              <a:defRPr/>
            </a:pPr>
            <a:fld id="{E4D355CA-84B7-41B1-B164-8BB439CC7C6B}" type="slidenum">
              <a:rPr lang="en-GB"/>
              <a:t>‹#›</a:t>
            </a:fld>
            <a:endParaRPr lang="en-GB"/>
          </a:p>
        </p:txBody>
      </p:sp>
      <p:sp>
        <p:nvSpPr>
          <p:cNvPr id="917941140" name="Title 1"/>
          <p:cNvSpPr>
            <a:spLocks noGrp="1"/>
          </p:cNvSpPr>
          <p:nvPr>
            <p:ph type="ctrTitle" hasCustomPrompt="1"/>
          </p:nvPr>
        </p:nvSpPr>
        <p:spPr bwMode="auto">
          <a:xfrm>
            <a:off x="953999" y="2579715"/>
            <a:ext cx="10031157" cy="2160000"/>
          </a:xfrm>
        </p:spPr>
        <p:txBody>
          <a:bodyPr anchor="t" anchorCtr="0">
            <a:normAutofit/>
          </a:bodyPr>
          <a:lstStyle>
            <a:lvl1pPr algn="l">
              <a:lnSpc>
                <a:spcPts val="8000"/>
              </a:lnSpc>
              <a:defRPr sz="7500" b="1" spc="-200">
                <a:solidFill>
                  <a:schemeClr val="tx1"/>
                </a:solidFill>
              </a:defRPr>
            </a:lvl1pPr>
          </a:lstStyle>
          <a:p>
            <a:pPr>
              <a:defRPr/>
            </a:pPr>
            <a:r>
              <a:rPr lang="en-US"/>
              <a:t>Click to edit master title</a:t>
            </a:r>
            <a:endParaRPr lang="en-GB"/>
          </a:p>
        </p:txBody>
      </p:sp>
      <p:sp>
        <p:nvSpPr>
          <p:cNvPr id="885829031" name="Rectangle 9"/>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solidFill>
                <a:schemeClr val="accent1"/>
              </a:solidFill>
            </a:endParaRPr>
          </a:p>
        </p:txBody>
      </p:sp>
      <p:pic>
        <p:nvPicPr>
          <p:cNvPr id="2045504067" name="Picture 10"/>
          <p:cNvPicPr>
            <a:picLocks noChangeAspect="1"/>
          </p:cNvPicPr>
          <p:nvPr userDrawn="1"/>
        </p:nvPicPr>
        <p:blipFill rotWithShape="1">
          <a:blip r:embed="rId2">
            <a:extLst>
              <a:ext uri="{96DAC541-7B7A-43D3-8B79-37D633B846F1}">
                <asvg:svgBlip xmlns:asvg="http://schemas.microsoft.com/office/drawing/2016/SVG/main" r:embed="rId3"/>
              </a:ext>
            </a:extLst>
          </a:blip>
          <a:stretch/>
        </p:blipFill>
        <p:spPr bwMode="auto">
          <a:xfrm>
            <a:off x="953998" y="5517266"/>
            <a:ext cx="2244881" cy="39690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itle and Two Content">
    <p:bg>
      <p:bgPr>
        <a:solidFill>
          <a:schemeClr val="bg1"/>
        </a:solidFill>
        <a:effectLst/>
      </p:bgPr>
    </p:bg>
    <p:spTree>
      <p:nvGrpSpPr>
        <p:cNvPr id="1" name=""/>
        <p:cNvGrpSpPr/>
        <p:nvPr/>
      </p:nvGrpSpPr>
      <p:grpSpPr bwMode="auto">
        <a:xfrm>
          <a:off x="0" y="0"/>
          <a:ext cx="0" cy="0"/>
          <a:chOff x="0" y="0"/>
          <a:chExt cx="0" cy="0"/>
        </a:xfrm>
      </p:grpSpPr>
      <p:sp>
        <p:nvSpPr>
          <p:cNvPr id="1125564596" name="Title 1"/>
          <p:cNvSpPr>
            <a:spLocks noGrp="1"/>
          </p:cNvSpPr>
          <p:nvPr>
            <p:ph type="title"/>
          </p:nvPr>
        </p:nvSpPr>
        <p:spPr bwMode="auto"/>
        <p:txBody>
          <a:bodyPr/>
          <a:lstStyle/>
          <a:p>
            <a:pPr>
              <a:defRPr/>
            </a:pPr>
            <a:r>
              <a:rPr lang="en-US"/>
              <a:t>Click to edit Master title style</a:t>
            </a:r>
            <a:endParaRPr lang="en-GB"/>
          </a:p>
        </p:txBody>
      </p:sp>
      <p:sp>
        <p:nvSpPr>
          <p:cNvPr id="1437481565" name="Content Placeholder 2"/>
          <p:cNvSpPr>
            <a:spLocks noGrp="1"/>
          </p:cNvSpPr>
          <p:nvPr>
            <p:ph sz="half" idx="1" hasCustomPrompt="1"/>
          </p:nvPr>
        </p:nvSpPr>
        <p:spPr bwMode="auto">
          <a:xfrm>
            <a:off x="973668" y="2717444"/>
            <a:ext cx="4903200" cy="3175200"/>
          </a:xfrm>
        </p:spPr>
        <p:txBody>
          <a:bodyPr vert="horz" lIns="0" tIns="0" rIns="0" bIns="0" rtlCol="0">
            <a:noAutofit/>
          </a:bodyPr>
          <a:lstStyle>
            <a:lvl1pPr>
              <a:defRPr lang="en-US" b="0">
                <a:solidFill>
                  <a:srgbClr val="203232"/>
                </a:solidFill>
              </a:defRPr>
            </a:lvl1pPr>
            <a:lvl2pPr>
              <a:defRPr lang="en-US"/>
            </a:lvl2pPr>
            <a:lvl3pPr>
              <a:defRPr lang="en-GB"/>
            </a:lvl3pPr>
            <a:lvl4pPr>
              <a:defRPr/>
            </a:lvl4pPr>
            <a:lvl5pPr>
              <a:defRPr>
                <a:solidFill>
                  <a:schemeClr val="accent4"/>
                </a:solidFill>
              </a:defRPr>
            </a:lvl5pPr>
          </a:lstStyle>
          <a:p>
            <a:pPr lvl="0">
              <a:defRPr/>
            </a:pPr>
            <a:r>
              <a:rPr lang="en-GB"/>
              <a:t>Add Text</a:t>
            </a:r>
            <a:endParaRPr/>
          </a:p>
        </p:txBody>
      </p:sp>
      <p:sp>
        <p:nvSpPr>
          <p:cNvPr id="1209090782" name="Content Placeholder 3"/>
          <p:cNvSpPr>
            <a:spLocks noGrp="1"/>
          </p:cNvSpPr>
          <p:nvPr>
            <p:ph sz="half" idx="2" hasCustomPrompt="1"/>
          </p:nvPr>
        </p:nvSpPr>
        <p:spPr bwMode="auto">
          <a:xfrm>
            <a:off x="6336000" y="2717444"/>
            <a:ext cx="4456800" cy="3175200"/>
          </a:xfrm>
        </p:spPr>
        <p:txBody>
          <a:bodyPr vert="horz" lIns="0" tIns="0" rIns="0" bIns="0" rtlCol="0">
            <a:noAutofit/>
          </a:bodyPr>
          <a:lstStyle>
            <a:lvl1pPr marL="0" marR="0" indent="0" algn="l" defTabSz="914400" rtl="0">
              <a:lnSpc>
                <a:spcPts val="2880"/>
              </a:lnSpc>
              <a:spcBef>
                <a:spcPts val="0"/>
              </a:spcBef>
              <a:spcAft>
                <a:spcPts val="992"/>
              </a:spcAft>
              <a:buClrTx/>
              <a:buSzTx/>
              <a:buFont typeface="Arial"/>
              <a:buNone/>
              <a:defRPr lang="en-US" b="0">
                <a:solidFill>
                  <a:srgbClr val="203232"/>
                </a:solidFill>
              </a:defRPr>
            </a:lvl1pPr>
            <a:lvl2pPr>
              <a:defRPr lang="en-US"/>
            </a:lvl2pPr>
            <a:lvl3pPr>
              <a:defRPr lang="en-GB"/>
            </a:lvl3pPr>
            <a:lvl4pPr>
              <a:defRPr/>
            </a:lvl4pPr>
            <a:lvl5pPr>
              <a:defRPr>
                <a:solidFill>
                  <a:schemeClr val="accent4"/>
                </a:solidFill>
              </a:defRPr>
            </a:lvl5pPr>
          </a:lstStyle>
          <a:p>
            <a:pPr marL="0" marR="0" lvl="0" indent="0" algn="l" defTabSz="914400" rtl="0">
              <a:lnSpc>
                <a:spcPts val="2880"/>
              </a:lnSpc>
              <a:spcBef>
                <a:spcPts val="0"/>
              </a:spcBef>
              <a:spcAft>
                <a:spcPts val="992"/>
              </a:spcAft>
              <a:buClrTx/>
              <a:buSzTx/>
              <a:buFont typeface="Arial"/>
              <a:buNone/>
              <a:defRPr/>
            </a:pPr>
            <a:r>
              <a:rPr lang="en-GB" b="0"/>
              <a:t>Add Text</a:t>
            </a:r>
            <a:endParaRPr lang="en-GB"/>
          </a:p>
        </p:txBody>
      </p:sp>
      <p:sp>
        <p:nvSpPr>
          <p:cNvPr id="1754134021" name="Footer Placeholder 5"/>
          <p:cNvSpPr>
            <a:spLocks noGrp="1"/>
          </p:cNvSpPr>
          <p:nvPr>
            <p:ph type="ftr" sz="quarter" idx="11"/>
          </p:nvPr>
        </p:nvSpPr>
        <p:spPr bwMode="auto"/>
        <p:txBody>
          <a:bodyPr/>
          <a:lstStyle/>
          <a:p>
            <a:pPr>
              <a:defRPr/>
            </a:pPr>
            <a:r>
              <a:rPr lang="en-GB"/>
              <a:t>PRESENTATION TITLE (ADD VIA INSERT, HEADER &amp; FOOTER)</a:t>
            </a:r>
            <a:endParaRPr/>
          </a:p>
        </p:txBody>
      </p:sp>
      <p:sp>
        <p:nvSpPr>
          <p:cNvPr id="726277214" name="Slide Number Placeholder 6"/>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1776610528" name="Rectangle 7"/>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solidFill>
                <a:schemeClr val="accent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bg>
      <p:bgPr>
        <a:solidFill>
          <a:schemeClr val="bg1"/>
        </a:solidFill>
        <a:effectLst/>
      </p:bgPr>
    </p:bg>
    <p:spTree>
      <p:nvGrpSpPr>
        <p:cNvPr id="1" name=""/>
        <p:cNvGrpSpPr/>
        <p:nvPr/>
      </p:nvGrpSpPr>
      <p:grpSpPr bwMode="auto">
        <a:xfrm>
          <a:off x="0" y="0"/>
          <a:ext cx="0" cy="0"/>
          <a:chOff x="0" y="0"/>
          <a:chExt cx="0" cy="0"/>
        </a:xfrm>
      </p:grpSpPr>
      <p:sp>
        <p:nvSpPr>
          <p:cNvPr id="1772744720" name="Title 1"/>
          <p:cNvSpPr>
            <a:spLocks noGrp="1"/>
          </p:cNvSpPr>
          <p:nvPr>
            <p:ph type="title"/>
          </p:nvPr>
        </p:nvSpPr>
        <p:spPr bwMode="auto"/>
        <p:txBody>
          <a:bodyPr/>
          <a:lstStyle/>
          <a:p>
            <a:pPr>
              <a:defRPr/>
            </a:pPr>
            <a:r>
              <a:rPr lang="en-US"/>
              <a:t>Click to edit Master title style</a:t>
            </a:r>
            <a:endParaRPr lang="en-GB"/>
          </a:p>
        </p:txBody>
      </p:sp>
      <p:sp>
        <p:nvSpPr>
          <p:cNvPr id="995884153" name="Content Placeholder 2"/>
          <p:cNvSpPr>
            <a:spLocks noGrp="1"/>
          </p:cNvSpPr>
          <p:nvPr>
            <p:ph idx="1" hasCustomPrompt="1"/>
          </p:nvPr>
        </p:nvSpPr>
        <p:spPr bwMode="auto">
          <a:xfrm>
            <a:off x="970139" y="2717600"/>
            <a:ext cx="10251722" cy="3175200"/>
          </a:xfrm>
        </p:spPr>
        <p:txBody>
          <a:bodyPr vert="horz" lIns="0" tIns="0" rIns="0" bIns="0" rtlCol="0">
            <a:noAutofit/>
          </a:bodyPr>
          <a:lstStyle>
            <a:lvl1pPr>
              <a:defRPr lang="en-US" b="0">
                <a:solidFill>
                  <a:srgbClr val="203232"/>
                </a:solidFill>
              </a:defRPr>
            </a:lvl1pPr>
            <a:lvl2pPr>
              <a:defRPr lang="en-US"/>
            </a:lvl2pPr>
            <a:lvl3pPr>
              <a:defRPr lang="en-GB"/>
            </a:lvl3pPr>
            <a:lvl5pPr>
              <a:defRPr>
                <a:solidFill>
                  <a:schemeClr val="accent4"/>
                </a:solidFill>
              </a:defRPr>
            </a:lvl5pPr>
          </a:lstStyle>
          <a:p>
            <a:pPr lvl="0">
              <a:defRPr/>
            </a:pPr>
            <a:r>
              <a:rPr lang="en-GB"/>
              <a:t>Add Text</a:t>
            </a:r>
            <a:endParaRPr/>
          </a:p>
        </p:txBody>
      </p:sp>
      <p:sp>
        <p:nvSpPr>
          <p:cNvPr id="969358210" name="Footer Placeholder 4"/>
          <p:cNvSpPr>
            <a:spLocks noGrp="1"/>
          </p:cNvSpPr>
          <p:nvPr>
            <p:ph type="ftr" sz="quarter" idx="11"/>
          </p:nvPr>
        </p:nvSpPr>
        <p:spPr bwMode="auto"/>
        <p:txBody>
          <a:bodyPr/>
          <a:lstStyle/>
          <a:p>
            <a:pPr>
              <a:defRPr/>
            </a:pPr>
            <a:r>
              <a:rPr lang="en-GB"/>
              <a:t>PRESENTATION TITLE (ADD VIA INSERT, HEADER &amp; FOOTER)</a:t>
            </a:r>
            <a:endParaRPr/>
          </a:p>
        </p:txBody>
      </p:sp>
      <p:sp>
        <p:nvSpPr>
          <p:cNvPr id="286189121" name="Slide Number Placeholder 5"/>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998780543" name="Rectangle 6"/>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Large">
    <p:bg>
      <p:bgPr>
        <a:solidFill>
          <a:schemeClr val="bg1"/>
        </a:solidFill>
        <a:effectLst/>
      </p:bgPr>
    </p:bg>
    <p:spTree>
      <p:nvGrpSpPr>
        <p:cNvPr id="1" name=""/>
        <p:cNvGrpSpPr/>
        <p:nvPr/>
      </p:nvGrpSpPr>
      <p:grpSpPr bwMode="auto">
        <a:xfrm>
          <a:off x="0" y="0"/>
          <a:ext cx="0" cy="0"/>
          <a:chOff x="0" y="0"/>
          <a:chExt cx="0" cy="0"/>
        </a:xfrm>
      </p:grpSpPr>
      <p:sp>
        <p:nvSpPr>
          <p:cNvPr id="675055496" name="Title 1"/>
          <p:cNvSpPr>
            <a:spLocks noGrp="1"/>
          </p:cNvSpPr>
          <p:nvPr>
            <p:ph type="title" hasCustomPrompt="1"/>
          </p:nvPr>
        </p:nvSpPr>
        <p:spPr bwMode="auto">
          <a:xfrm>
            <a:off x="954000" y="775255"/>
            <a:ext cx="7361569" cy="365125"/>
          </a:xfrm>
        </p:spPr>
        <p:txBody>
          <a:bodyPr/>
          <a:lstStyle/>
          <a:p>
            <a:pPr>
              <a:defRPr/>
            </a:pPr>
            <a:r>
              <a:rPr lang="en-US"/>
              <a:t>Click to add title.</a:t>
            </a:r>
            <a:endParaRPr lang="en-GB"/>
          </a:p>
        </p:txBody>
      </p:sp>
      <p:sp>
        <p:nvSpPr>
          <p:cNvPr id="1265062656" name="Content Placeholder 2"/>
          <p:cNvSpPr>
            <a:spLocks noGrp="1"/>
          </p:cNvSpPr>
          <p:nvPr>
            <p:ph idx="1" hasCustomPrompt="1"/>
          </p:nvPr>
        </p:nvSpPr>
        <p:spPr bwMode="auto">
          <a:xfrm>
            <a:off x="970139" y="1367692"/>
            <a:ext cx="10251722" cy="4923693"/>
          </a:xfrm>
        </p:spPr>
        <p:txBody>
          <a:bodyPr vert="horz" lIns="0" tIns="0" rIns="0" bIns="0" rtlCol="0">
            <a:noAutofit/>
          </a:bodyPr>
          <a:lstStyle>
            <a:lvl1pPr>
              <a:defRPr lang="en-US" b="0">
                <a:solidFill>
                  <a:srgbClr val="203232"/>
                </a:solidFill>
              </a:defRPr>
            </a:lvl1pPr>
            <a:lvl2pPr>
              <a:defRPr lang="en-US"/>
            </a:lvl2pPr>
            <a:lvl3pPr>
              <a:defRPr lang="en-GB"/>
            </a:lvl3pPr>
            <a:lvl5pPr>
              <a:defRPr>
                <a:solidFill>
                  <a:schemeClr val="accent4"/>
                </a:solidFill>
              </a:defRPr>
            </a:lvl5pPr>
          </a:lstStyle>
          <a:p>
            <a:pPr lvl="0">
              <a:defRPr/>
            </a:pPr>
            <a:r>
              <a:rPr lang="en-GB"/>
              <a:t>Add Text</a:t>
            </a:r>
            <a:endParaRPr/>
          </a:p>
        </p:txBody>
      </p:sp>
      <p:sp>
        <p:nvSpPr>
          <p:cNvPr id="1218419033" name="Slide Number Placeholder 5"/>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1283282501" name="Rectangle 6"/>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Title and Content Large blue">
    <p:bg>
      <p:bgPr>
        <a:solidFill>
          <a:schemeClr val="accent1"/>
        </a:solidFill>
        <a:effectLst/>
      </p:bgPr>
    </p:bg>
    <p:spTree>
      <p:nvGrpSpPr>
        <p:cNvPr id="1" name=""/>
        <p:cNvGrpSpPr/>
        <p:nvPr/>
      </p:nvGrpSpPr>
      <p:grpSpPr bwMode="auto">
        <a:xfrm>
          <a:off x="0" y="0"/>
          <a:ext cx="0" cy="0"/>
          <a:chOff x="0" y="0"/>
          <a:chExt cx="0" cy="0"/>
        </a:xfrm>
      </p:grpSpPr>
      <p:sp>
        <p:nvSpPr>
          <p:cNvPr id="294730371" name="Slide Number Placeholder 5"/>
          <p:cNvSpPr>
            <a:spLocks noGrp="1"/>
          </p:cNvSpPr>
          <p:nvPr>
            <p:ph type="sldNum" sz="quarter" idx="12"/>
          </p:nvPr>
        </p:nvSpPr>
        <p:spPr bwMode="auto"/>
        <p:txBody>
          <a:bodyPr/>
          <a:lstStyle>
            <a:lvl1pPr>
              <a:defRPr>
                <a:solidFill>
                  <a:schemeClr val="bg1"/>
                </a:solidFill>
              </a:defRPr>
            </a:lvl1pPr>
          </a:lstStyle>
          <a:p>
            <a:pPr>
              <a:defRPr/>
            </a:pPr>
            <a:fld id="{E4D355CA-84B7-41B1-B164-8BB439CC7C6B}" type="slidenum">
              <a:rPr lang="en-GB"/>
              <a:t>‹#›</a:t>
            </a:fld>
            <a:endParaRPr lang="en-GB"/>
          </a:p>
        </p:txBody>
      </p:sp>
      <p:sp>
        <p:nvSpPr>
          <p:cNvPr id="79007574" name="Content Placeholder 2"/>
          <p:cNvSpPr>
            <a:spLocks noGrp="1"/>
          </p:cNvSpPr>
          <p:nvPr>
            <p:ph idx="1" hasCustomPrompt="1"/>
          </p:nvPr>
        </p:nvSpPr>
        <p:spPr bwMode="auto">
          <a:xfrm>
            <a:off x="970139" y="1367692"/>
            <a:ext cx="10251722" cy="4923693"/>
          </a:xfrm>
        </p:spPr>
        <p:txBody>
          <a:bodyPr vert="horz" lIns="0" tIns="0" rIns="0" bIns="0" rtlCol="0">
            <a:noAutofit/>
          </a:bodyPr>
          <a:lstStyle>
            <a:lvl1pPr>
              <a:defRPr lang="en-US" b="0">
                <a:solidFill>
                  <a:schemeClr val="bg1"/>
                </a:solidFill>
              </a:defRPr>
            </a:lvl1pPr>
            <a:lvl2pPr>
              <a:defRPr lang="en-US">
                <a:solidFill>
                  <a:schemeClr val="bg1"/>
                </a:solidFill>
              </a:defRPr>
            </a:lvl2pPr>
            <a:lvl3pPr>
              <a:defRPr lang="en-GB">
                <a:solidFill>
                  <a:schemeClr val="bg1"/>
                </a:solidFill>
              </a:defRPr>
            </a:lvl3pPr>
            <a:lvl4pPr>
              <a:defRPr>
                <a:solidFill>
                  <a:schemeClr val="bg1"/>
                </a:solidFill>
              </a:defRPr>
            </a:lvl4pPr>
            <a:lvl5pPr>
              <a:defRPr>
                <a:solidFill>
                  <a:schemeClr val="bg1"/>
                </a:solidFill>
              </a:defRPr>
            </a:lvl5pPr>
          </a:lstStyle>
          <a:p>
            <a:pPr lvl="0">
              <a:defRPr/>
            </a:pPr>
            <a:r>
              <a:rPr lang="en-US"/>
              <a:t>Add Text</a:t>
            </a:r>
            <a:endParaRPr lang="en-GB"/>
          </a:p>
        </p:txBody>
      </p:sp>
      <p:sp>
        <p:nvSpPr>
          <p:cNvPr id="1767837315" name="Title 1"/>
          <p:cNvSpPr>
            <a:spLocks noGrp="1"/>
          </p:cNvSpPr>
          <p:nvPr>
            <p:ph type="title" hasCustomPrompt="1"/>
          </p:nvPr>
        </p:nvSpPr>
        <p:spPr bwMode="auto">
          <a:xfrm>
            <a:off x="954000" y="775255"/>
            <a:ext cx="7361569" cy="365125"/>
          </a:xfrm>
        </p:spPr>
        <p:txBody>
          <a:bodyPr/>
          <a:lstStyle>
            <a:lvl1pPr>
              <a:defRPr>
                <a:solidFill>
                  <a:schemeClr val="bg1"/>
                </a:solidFill>
              </a:defRPr>
            </a:lvl1pPr>
          </a:lstStyle>
          <a:p>
            <a:pPr>
              <a:defRPr/>
            </a:pPr>
            <a:r>
              <a:rPr lang="en-US"/>
              <a:t>Click to add title.</a:t>
            </a:r>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preserve="1" userDrawn="1">
  <p:cSld name="Title + Image + Content">
    <p:bg>
      <p:bgPr>
        <a:solidFill>
          <a:schemeClr val="bg1"/>
        </a:solidFill>
        <a:effectLst/>
      </p:bgPr>
    </p:bg>
    <p:spTree>
      <p:nvGrpSpPr>
        <p:cNvPr id="1" name=""/>
        <p:cNvGrpSpPr/>
        <p:nvPr/>
      </p:nvGrpSpPr>
      <p:grpSpPr bwMode="auto">
        <a:xfrm>
          <a:off x="0" y="0"/>
          <a:ext cx="0" cy="0"/>
          <a:chOff x="0" y="0"/>
          <a:chExt cx="0" cy="0"/>
        </a:xfrm>
      </p:grpSpPr>
      <p:sp>
        <p:nvSpPr>
          <p:cNvPr id="937417953" name="Title 1"/>
          <p:cNvSpPr>
            <a:spLocks noGrp="1"/>
          </p:cNvSpPr>
          <p:nvPr>
            <p:ph type="title"/>
          </p:nvPr>
        </p:nvSpPr>
        <p:spPr bwMode="auto"/>
        <p:txBody>
          <a:bodyPr/>
          <a:lstStyle/>
          <a:p>
            <a:pPr>
              <a:defRPr/>
            </a:pPr>
            <a:r>
              <a:rPr lang="en-US"/>
              <a:t>Click to edit Master title style</a:t>
            </a:r>
            <a:endParaRPr lang="en-GB"/>
          </a:p>
        </p:txBody>
      </p:sp>
      <p:sp>
        <p:nvSpPr>
          <p:cNvPr id="1063350252" name="Content Placeholder 3"/>
          <p:cNvSpPr>
            <a:spLocks noGrp="1"/>
          </p:cNvSpPr>
          <p:nvPr>
            <p:ph sz="half" idx="2" hasCustomPrompt="1"/>
          </p:nvPr>
        </p:nvSpPr>
        <p:spPr bwMode="auto">
          <a:xfrm>
            <a:off x="7835952" y="2728800"/>
            <a:ext cx="2959200" cy="3164000"/>
          </a:xfrm>
        </p:spPr>
        <p:txBody>
          <a:bodyPr vert="horz" lIns="0" tIns="0" rIns="0" bIns="0" rtlCol="0">
            <a:noAutofit/>
          </a:bodyPr>
          <a:lstStyle>
            <a:lvl1pPr>
              <a:defRPr lang="en-US" b="0">
                <a:solidFill>
                  <a:srgbClr val="203232"/>
                </a:solidFill>
              </a:defRPr>
            </a:lvl1pPr>
            <a:lvl2pPr>
              <a:defRPr lang="en-US"/>
            </a:lvl2pPr>
            <a:lvl3pPr>
              <a:defRPr lang="en-US"/>
            </a:lvl3pPr>
            <a:lvl4pPr>
              <a:defRPr lang="en-GB" spc="-100"/>
            </a:lvl4pPr>
            <a:lvl5pPr>
              <a:defRPr spc="-100">
                <a:solidFill>
                  <a:schemeClr val="accent4"/>
                </a:solidFill>
              </a:defRPr>
            </a:lvl5pPr>
          </a:lstStyle>
          <a:p>
            <a:pPr lvl="0">
              <a:defRPr/>
            </a:pPr>
            <a:r>
              <a:rPr lang="en-GB" b="0"/>
              <a:t>Add Text</a:t>
            </a:r>
            <a:endParaRPr lang="en-GB"/>
          </a:p>
        </p:txBody>
      </p:sp>
      <p:sp>
        <p:nvSpPr>
          <p:cNvPr id="1346209612" name="Footer Placeholder 5"/>
          <p:cNvSpPr>
            <a:spLocks noGrp="1"/>
          </p:cNvSpPr>
          <p:nvPr>
            <p:ph type="ftr" sz="quarter" idx="11"/>
          </p:nvPr>
        </p:nvSpPr>
        <p:spPr bwMode="auto"/>
        <p:txBody>
          <a:bodyPr/>
          <a:lstStyle/>
          <a:p>
            <a:pPr>
              <a:defRPr/>
            </a:pPr>
            <a:r>
              <a:rPr lang="en-GB"/>
              <a:t>PRESENTATION TITLE (ADD VIA INSERT, HEADER &amp; FOOTER)</a:t>
            </a:r>
            <a:endParaRPr/>
          </a:p>
        </p:txBody>
      </p:sp>
      <p:sp>
        <p:nvSpPr>
          <p:cNvPr id="700183186" name="Slide Number Placeholder 6"/>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950046204" name="Picture Placeholder 9"/>
          <p:cNvSpPr>
            <a:spLocks noGrp="1"/>
          </p:cNvSpPr>
          <p:nvPr>
            <p:ph type="pic" sz="quarter" idx="13"/>
          </p:nvPr>
        </p:nvSpPr>
        <p:spPr bwMode="auto">
          <a:xfrm>
            <a:off x="954087" y="2728913"/>
            <a:ext cx="6400800" cy="4129086"/>
          </a:xfrm>
        </p:spPr>
        <p:txBody>
          <a:bodyPr/>
          <a:lstStyle/>
          <a:p>
            <a:pPr>
              <a:defRPr/>
            </a:pPr>
            <a:endParaRPr lang="en-GB"/>
          </a:p>
        </p:txBody>
      </p:sp>
      <p:sp>
        <p:nvSpPr>
          <p:cNvPr id="954179817" name="Rectangle 10"/>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Title + Content + 2 Images">
    <p:bg>
      <p:bgPr>
        <a:solidFill>
          <a:schemeClr val="bg1"/>
        </a:solidFill>
        <a:effectLst/>
      </p:bgPr>
    </p:bg>
    <p:spTree>
      <p:nvGrpSpPr>
        <p:cNvPr id="1" name=""/>
        <p:cNvGrpSpPr/>
        <p:nvPr/>
      </p:nvGrpSpPr>
      <p:grpSpPr bwMode="auto">
        <a:xfrm>
          <a:off x="0" y="0"/>
          <a:ext cx="0" cy="0"/>
          <a:chOff x="0" y="0"/>
          <a:chExt cx="0" cy="0"/>
        </a:xfrm>
      </p:grpSpPr>
      <p:sp>
        <p:nvSpPr>
          <p:cNvPr id="1636938989" name="Title 1"/>
          <p:cNvSpPr>
            <a:spLocks noGrp="1"/>
          </p:cNvSpPr>
          <p:nvPr>
            <p:ph type="title"/>
          </p:nvPr>
        </p:nvSpPr>
        <p:spPr bwMode="auto"/>
        <p:txBody>
          <a:bodyPr/>
          <a:lstStyle/>
          <a:p>
            <a:pPr>
              <a:defRPr/>
            </a:pPr>
            <a:r>
              <a:rPr lang="en-US"/>
              <a:t>Click to edit Master title style</a:t>
            </a:r>
            <a:endParaRPr lang="en-GB"/>
          </a:p>
        </p:txBody>
      </p:sp>
      <p:sp>
        <p:nvSpPr>
          <p:cNvPr id="1662884034" name="Footer Placeholder 5"/>
          <p:cNvSpPr>
            <a:spLocks noGrp="1"/>
          </p:cNvSpPr>
          <p:nvPr>
            <p:ph type="ftr" sz="quarter" idx="11"/>
          </p:nvPr>
        </p:nvSpPr>
        <p:spPr bwMode="auto"/>
        <p:txBody>
          <a:bodyPr/>
          <a:lstStyle/>
          <a:p>
            <a:pPr>
              <a:defRPr/>
            </a:pPr>
            <a:r>
              <a:rPr lang="en-GB"/>
              <a:t>PRESENTATION TITLE (ADD VIA INSERT, HEADER &amp; FOOTER)</a:t>
            </a:r>
            <a:endParaRPr/>
          </a:p>
        </p:txBody>
      </p:sp>
      <p:sp>
        <p:nvSpPr>
          <p:cNvPr id="1824871111" name="Slide Number Placeholder 6"/>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2122186395" name="Rectangle 7"/>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1679467072" name="Content Placeholder 9"/>
          <p:cNvSpPr>
            <a:spLocks noGrp="1"/>
          </p:cNvSpPr>
          <p:nvPr>
            <p:ph sz="quarter" idx="13" hasCustomPrompt="1"/>
          </p:nvPr>
        </p:nvSpPr>
        <p:spPr bwMode="auto">
          <a:xfrm>
            <a:off x="953999" y="2728800"/>
            <a:ext cx="2959199" cy="3164000"/>
          </a:xfrm>
        </p:spPr>
        <p:txBody>
          <a:bodyPr vert="horz" lIns="0" tIns="0" rIns="0" bIns="0" rtlCol="0">
            <a:noAutofit/>
          </a:bodyPr>
          <a:lstStyle>
            <a:lvl1pPr>
              <a:defRPr lang="en-US" b="0">
                <a:solidFill>
                  <a:srgbClr val="203232"/>
                </a:solidFill>
              </a:defRPr>
            </a:lvl1pPr>
            <a:lvl2pPr>
              <a:defRPr lang="en-US"/>
            </a:lvl2pPr>
            <a:lvl3pPr>
              <a:defRPr lang="en-US"/>
            </a:lvl3pPr>
            <a:lvl4pPr>
              <a:defRPr lang="en-US"/>
            </a:lvl4pPr>
            <a:lvl5pPr>
              <a:defRPr lang="en-GB">
                <a:solidFill>
                  <a:schemeClr val="accent4"/>
                </a:solidFill>
              </a:defRPr>
            </a:lvl5pPr>
          </a:lstStyle>
          <a:p>
            <a:pPr lvl="0">
              <a:defRPr/>
            </a:pPr>
            <a:r>
              <a:rPr lang="en-GB" b="0"/>
              <a:t>Add Text</a:t>
            </a:r>
            <a:endParaRPr lang="en-GB"/>
          </a:p>
        </p:txBody>
      </p:sp>
      <p:sp>
        <p:nvSpPr>
          <p:cNvPr id="774076658" name="Content Placeholder 9"/>
          <p:cNvSpPr>
            <a:spLocks noGrp="1"/>
          </p:cNvSpPr>
          <p:nvPr>
            <p:ph sz="quarter" idx="14" hasCustomPrompt="1"/>
          </p:nvPr>
        </p:nvSpPr>
        <p:spPr bwMode="auto">
          <a:xfrm>
            <a:off x="8278803" y="2728800"/>
            <a:ext cx="2959199" cy="3164000"/>
          </a:xfrm>
        </p:spPr>
        <p:txBody>
          <a:bodyPr vert="horz" lIns="0" tIns="0" rIns="0" bIns="0" rtlCol="0">
            <a:noAutofit/>
          </a:bodyPr>
          <a:lstStyle>
            <a:lvl1pPr>
              <a:defRPr lang="en-US" b="0">
                <a:solidFill>
                  <a:srgbClr val="203232"/>
                </a:solidFill>
              </a:defRPr>
            </a:lvl1pPr>
            <a:lvl2pPr>
              <a:defRPr lang="en-US"/>
            </a:lvl2pPr>
            <a:lvl3pPr>
              <a:defRPr lang="en-US"/>
            </a:lvl3pPr>
            <a:lvl4pPr>
              <a:defRPr lang="en-US"/>
            </a:lvl4pPr>
            <a:lvl5pPr>
              <a:defRPr lang="en-GB">
                <a:solidFill>
                  <a:schemeClr val="accent4"/>
                </a:solidFill>
              </a:defRPr>
            </a:lvl5pPr>
          </a:lstStyle>
          <a:p>
            <a:pPr lvl="0">
              <a:defRPr/>
            </a:pPr>
            <a:r>
              <a:rPr lang="en-GB" b="0"/>
              <a:t>Add Text</a:t>
            </a:r>
            <a:endParaRPr lang="en-GB"/>
          </a:p>
        </p:txBody>
      </p:sp>
      <p:sp>
        <p:nvSpPr>
          <p:cNvPr id="1181490113" name="Content Placeholder 9"/>
          <p:cNvSpPr>
            <a:spLocks noGrp="1"/>
          </p:cNvSpPr>
          <p:nvPr>
            <p:ph sz="quarter" idx="15" hasCustomPrompt="1"/>
          </p:nvPr>
        </p:nvSpPr>
        <p:spPr bwMode="auto">
          <a:xfrm>
            <a:off x="4613975" y="2728800"/>
            <a:ext cx="2959199" cy="3164000"/>
          </a:xfrm>
        </p:spPr>
        <p:txBody>
          <a:bodyPr vert="horz" lIns="0" tIns="0" rIns="0" bIns="0" rtlCol="0">
            <a:noAutofit/>
          </a:bodyPr>
          <a:lstStyle>
            <a:lvl1pPr>
              <a:defRPr lang="en-US" b="0">
                <a:solidFill>
                  <a:srgbClr val="203232"/>
                </a:solidFill>
              </a:defRPr>
            </a:lvl1pPr>
            <a:lvl2pPr>
              <a:defRPr lang="en-US"/>
            </a:lvl2pPr>
            <a:lvl3pPr>
              <a:defRPr lang="en-US"/>
            </a:lvl3pPr>
            <a:lvl4pPr>
              <a:defRPr lang="en-US"/>
            </a:lvl4pPr>
            <a:lvl5pPr>
              <a:defRPr lang="en-GB">
                <a:solidFill>
                  <a:schemeClr val="accent4"/>
                </a:solidFill>
              </a:defRPr>
            </a:lvl5pPr>
          </a:lstStyle>
          <a:p>
            <a:pPr lvl="0">
              <a:defRPr/>
            </a:pPr>
            <a:r>
              <a:rPr lang="en-GB" b="0"/>
              <a:t>Add Text</a:t>
            </a:r>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Full Bleed Image">
    <p:bg>
      <p:bgPr>
        <a:solidFill>
          <a:schemeClr val="accent1"/>
        </a:solidFill>
        <a:effectLst/>
      </p:bgPr>
    </p:bg>
    <p:spTree>
      <p:nvGrpSpPr>
        <p:cNvPr id="1" name=""/>
        <p:cNvGrpSpPr/>
        <p:nvPr/>
      </p:nvGrpSpPr>
      <p:grpSpPr bwMode="auto">
        <a:xfrm>
          <a:off x="0" y="0"/>
          <a:ext cx="0" cy="0"/>
          <a:chOff x="0" y="0"/>
          <a:chExt cx="0" cy="0"/>
        </a:xfrm>
      </p:grpSpPr>
      <p:sp>
        <p:nvSpPr>
          <p:cNvPr id="1982225141" name="Picture Placeholder 2"/>
          <p:cNvSpPr>
            <a:spLocks noGrp="1"/>
          </p:cNvSpPr>
          <p:nvPr>
            <p:ph type="pic" sz="quarter" idx="10" hasCustomPrompt="1"/>
          </p:nvPr>
        </p:nvSpPr>
        <p:spPr bwMode="auto">
          <a:xfrm>
            <a:off x="0" y="0"/>
            <a:ext cx="12192000" cy="6858000"/>
          </a:xfrm>
        </p:spPr>
        <p:txBody>
          <a:bodyPr/>
          <a:lstStyle>
            <a:lvl1pPr>
              <a:defRPr>
                <a:solidFill>
                  <a:schemeClr val="bg1"/>
                </a:solidFill>
              </a:defRPr>
            </a:lvl1pPr>
          </a:lstStyle>
          <a:p>
            <a:pPr>
              <a:defRPr/>
            </a:pPr>
            <a:r>
              <a:rPr lang="en-US"/>
              <a:t>Picture</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1_Video">
    <p:bg>
      <p:bgPr>
        <a:solidFill>
          <a:schemeClr val="accent1"/>
        </a:solidFill>
        <a:effectLst/>
      </p:bgPr>
    </p:bg>
    <p:spTree>
      <p:nvGrpSpPr>
        <p:cNvPr id="1" name=""/>
        <p:cNvGrpSpPr/>
        <p:nvPr/>
      </p:nvGrpSpPr>
      <p:grpSpPr bwMode="auto">
        <a:xfrm>
          <a:off x="0" y="0"/>
          <a:ext cx="0" cy="0"/>
          <a:chOff x="0" y="0"/>
          <a:chExt cx="0" cy="0"/>
        </a:xfrm>
      </p:grpSpPr>
      <p:sp>
        <p:nvSpPr>
          <p:cNvPr id="1399927323" name="Media Placeholder 8"/>
          <p:cNvSpPr>
            <a:spLocks noGrp="1"/>
          </p:cNvSpPr>
          <p:nvPr>
            <p:ph type="media" sz="quarter" idx="10"/>
          </p:nvPr>
        </p:nvSpPr>
        <p:spPr bwMode="auto">
          <a:xfrm>
            <a:off x="140400" y="140400"/>
            <a:ext cx="11916000" cy="6580800"/>
          </a:xfrm>
          <a:prstGeom prst="rect">
            <a:avLst/>
          </a:prstGeom>
          <a:solidFill>
            <a:schemeClr val="bg1"/>
          </a:solidFill>
        </p:spPr>
        <p:txBody>
          <a:bodyPr/>
          <a:lstStyle/>
          <a:p>
            <a:pPr>
              <a:defRPr/>
            </a:pPr>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showMasterPhAnim="0" preserve="1" userDrawn="1">
  <p:cSld name="Icons and text">
    <p:bg>
      <p:bgPr>
        <a:solidFill>
          <a:schemeClr val="bg1"/>
        </a:solidFill>
        <a:effectLst/>
      </p:bgPr>
    </p:bg>
    <p:spTree>
      <p:nvGrpSpPr>
        <p:cNvPr id="1" name=""/>
        <p:cNvGrpSpPr/>
        <p:nvPr/>
      </p:nvGrpSpPr>
      <p:grpSpPr bwMode="auto">
        <a:xfrm>
          <a:off x="0" y="0"/>
          <a:ext cx="0" cy="0"/>
          <a:chOff x="0" y="0"/>
          <a:chExt cx="0" cy="0"/>
        </a:xfrm>
      </p:grpSpPr>
      <p:sp>
        <p:nvSpPr>
          <p:cNvPr id="1592677944" name="Footer Placeholder 4"/>
          <p:cNvSpPr>
            <a:spLocks noGrp="1"/>
          </p:cNvSpPr>
          <p:nvPr>
            <p:ph type="ftr" sz="quarter" idx="11"/>
          </p:nvPr>
        </p:nvSpPr>
        <p:spPr bwMode="auto"/>
        <p:txBody>
          <a:bodyPr/>
          <a:lstStyle/>
          <a:p>
            <a:pPr>
              <a:defRPr/>
            </a:pPr>
            <a:r>
              <a:rPr lang="en-GB"/>
              <a:t>PRESENTATION TITLE (ADD VIA INSERT, HEADER &amp; FOOTER)</a:t>
            </a:r>
            <a:endParaRPr/>
          </a:p>
        </p:txBody>
      </p:sp>
      <p:sp>
        <p:nvSpPr>
          <p:cNvPr id="1338631104" name="Slide Number Placeholder 5"/>
          <p:cNvSpPr>
            <a:spLocks noGrp="1"/>
          </p:cNvSpPr>
          <p:nvPr>
            <p:ph type="sldNum" sz="quarter" idx="12"/>
          </p:nvPr>
        </p:nvSpPr>
        <p:spPr bwMode="auto"/>
        <p:txBody>
          <a:bodyPr/>
          <a:lstStyle/>
          <a:p>
            <a:pPr>
              <a:defRPr/>
            </a:pPr>
            <a:fld id="{E4D355CA-84B7-41B1-B164-8BB439CC7C6B}" type="slidenum">
              <a:rPr lang="en-GB"/>
              <a:t>‹#›</a:t>
            </a:fld>
            <a:endParaRPr lang="en-GB"/>
          </a:p>
        </p:txBody>
      </p:sp>
      <p:sp>
        <p:nvSpPr>
          <p:cNvPr id="751411622" name="Rectangle 6"/>
          <p:cNvSpPr/>
          <p:nvPr userDrawn="1"/>
        </p:nvSpPr>
        <p:spPr bwMode="auto">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GB"/>
          </a:p>
        </p:txBody>
      </p:sp>
      <p:sp>
        <p:nvSpPr>
          <p:cNvPr id="397988315" name="Content Placeholder 2"/>
          <p:cNvSpPr>
            <a:spLocks noGrp="1"/>
          </p:cNvSpPr>
          <p:nvPr>
            <p:ph idx="18" hasCustomPrompt="1"/>
          </p:nvPr>
        </p:nvSpPr>
        <p:spPr bwMode="auto">
          <a:xfrm>
            <a:off x="970139" y="4079342"/>
            <a:ext cx="3144661" cy="2252134"/>
          </a:xfrm>
        </p:spPr>
        <p:txBody>
          <a:bodyPr vert="horz" lIns="0" tIns="0" rIns="0" bIns="0" rtlCol="0">
            <a:noAutofit/>
          </a:bodyPr>
          <a:lstStyle>
            <a:lvl1pPr>
              <a:defRPr lang="en-US" b="0">
                <a:solidFill>
                  <a:srgbClr val="203232"/>
                </a:solidFill>
              </a:defRPr>
            </a:lvl1pPr>
            <a:lvl2pPr>
              <a:defRPr lang="en-US"/>
            </a:lvl2pPr>
            <a:lvl3pPr>
              <a:defRPr lang="en-GB"/>
            </a:lvl3pPr>
            <a:lvl5pPr>
              <a:defRPr>
                <a:solidFill>
                  <a:schemeClr val="accent4"/>
                </a:solidFill>
              </a:defRPr>
            </a:lvl5pPr>
          </a:lstStyle>
          <a:p>
            <a:pPr lvl="0">
              <a:defRPr/>
            </a:pPr>
            <a:r>
              <a:rPr lang="en-GB"/>
              <a:t>Add Text</a:t>
            </a:r>
            <a:endParaRPr/>
          </a:p>
        </p:txBody>
      </p:sp>
      <p:sp>
        <p:nvSpPr>
          <p:cNvPr id="1665918421" name="Content Placeholder 2"/>
          <p:cNvSpPr>
            <a:spLocks noGrp="1"/>
          </p:cNvSpPr>
          <p:nvPr>
            <p:ph idx="19" hasCustomPrompt="1"/>
          </p:nvPr>
        </p:nvSpPr>
        <p:spPr bwMode="auto">
          <a:xfrm>
            <a:off x="8077200" y="4062209"/>
            <a:ext cx="3144661" cy="2252134"/>
          </a:xfrm>
        </p:spPr>
        <p:txBody>
          <a:bodyPr vert="horz" lIns="0" tIns="0" rIns="0" bIns="0" rtlCol="0">
            <a:noAutofit/>
          </a:bodyPr>
          <a:lstStyle>
            <a:lvl1pPr marL="0" marR="0" indent="0" algn="l" defTabSz="914400" rtl="0">
              <a:lnSpc>
                <a:spcPts val="2880"/>
              </a:lnSpc>
              <a:spcBef>
                <a:spcPts val="0"/>
              </a:spcBef>
              <a:spcAft>
                <a:spcPts val="992"/>
              </a:spcAft>
              <a:buClrTx/>
              <a:buSzTx/>
              <a:buFont typeface="Arial"/>
              <a:buNone/>
              <a:defRPr lang="en-US" b="0">
                <a:solidFill>
                  <a:srgbClr val="203232"/>
                </a:solidFill>
              </a:defRPr>
            </a:lvl1pPr>
            <a:lvl2pPr>
              <a:defRPr lang="en-US"/>
            </a:lvl2pPr>
            <a:lvl3pPr>
              <a:defRPr lang="en-GB"/>
            </a:lvl3pPr>
            <a:lvl5pPr>
              <a:defRPr>
                <a:solidFill>
                  <a:schemeClr val="accent4"/>
                </a:solidFill>
              </a:defRPr>
            </a:lvl5pPr>
          </a:lstStyle>
          <a:p>
            <a:pPr marL="0" marR="0" lvl="0" indent="0" algn="l" defTabSz="914400" rtl="0">
              <a:lnSpc>
                <a:spcPts val="2880"/>
              </a:lnSpc>
              <a:spcBef>
                <a:spcPts val="0"/>
              </a:spcBef>
              <a:spcAft>
                <a:spcPts val="992"/>
              </a:spcAft>
              <a:buClrTx/>
              <a:buSzTx/>
              <a:buFont typeface="Arial"/>
              <a:buNone/>
              <a:defRPr/>
            </a:pPr>
            <a:r>
              <a:rPr lang="en-GB"/>
              <a:t>Add </a:t>
            </a:r>
            <a:r>
              <a:rPr lang="en-US"/>
              <a:t>Text</a:t>
            </a:r>
            <a:endParaRPr lang="en-GB"/>
          </a:p>
        </p:txBody>
      </p:sp>
      <p:sp>
        <p:nvSpPr>
          <p:cNvPr id="1813483405" name="Content Placeholder 2"/>
          <p:cNvSpPr>
            <a:spLocks noGrp="1"/>
          </p:cNvSpPr>
          <p:nvPr>
            <p:ph idx="20" hasCustomPrompt="1"/>
          </p:nvPr>
        </p:nvSpPr>
        <p:spPr bwMode="auto">
          <a:xfrm>
            <a:off x="4523669" y="4062209"/>
            <a:ext cx="3144661" cy="2252134"/>
          </a:xfrm>
        </p:spPr>
        <p:txBody>
          <a:bodyPr vert="horz" lIns="0" tIns="0" rIns="0" bIns="0" rtlCol="0">
            <a:noAutofit/>
          </a:bodyPr>
          <a:lstStyle>
            <a:lvl1pPr marL="0" marR="0" indent="0" algn="l" defTabSz="914400" rtl="0">
              <a:lnSpc>
                <a:spcPts val="2880"/>
              </a:lnSpc>
              <a:spcBef>
                <a:spcPts val="0"/>
              </a:spcBef>
              <a:spcAft>
                <a:spcPts val="992"/>
              </a:spcAft>
              <a:buClrTx/>
              <a:buSzTx/>
              <a:buFont typeface="Arial"/>
              <a:buNone/>
              <a:defRPr lang="en-US" b="0">
                <a:solidFill>
                  <a:srgbClr val="203232"/>
                </a:solidFill>
              </a:defRPr>
            </a:lvl1pPr>
            <a:lvl2pPr>
              <a:defRPr lang="en-US"/>
            </a:lvl2pPr>
            <a:lvl3pPr>
              <a:defRPr lang="en-GB"/>
            </a:lvl3pPr>
            <a:lvl5pPr>
              <a:defRPr>
                <a:solidFill>
                  <a:schemeClr val="accent4"/>
                </a:solidFill>
              </a:defRPr>
            </a:lvl5pPr>
          </a:lstStyle>
          <a:p>
            <a:pPr marL="0" marR="0" lvl="0" indent="0" algn="l" defTabSz="914400" rtl="0">
              <a:lnSpc>
                <a:spcPts val="2880"/>
              </a:lnSpc>
              <a:spcBef>
                <a:spcPts val="0"/>
              </a:spcBef>
              <a:spcAft>
                <a:spcPts val="992"/>
              </a:spcAft>
              <a:buClrTx/>
              <a:buSzTx/>
              <a:buFont typeface="Arial"/>
              <a:buNone/>
              <a:defRPr/>
            </a:pPr>
            <a:r>
              <a:rPr lang="en-GB"/>
              <a:t>Add </a:t>
            </a:r>
            <a:r>
              <a:rPr lang="en-US"/>
              <a:t>Text</a:t>
            </a:r>
            <a:endParaRPr/>
          </a:p>
        </p:txBody>
      </p:sp>
      <p:sp>
        <p:nvSpPr>
          <p:cNvPr id="859405600" name="Picture Placeholder 7"/>
          <p:cNvSpPr>
            <a:spLocks noGrp="1"/>
          </p:cNvSpPr>
          <p:nvPr>
            <p:ph type="pic" sz="quarter" idx="23"/>
          </p:nvPr>
        </p:nvSpPr>
        <p:spPr bwMode="auto">
          <a:xfrm>
            <a:off x="1462175" y="1640942"/>
            <a:ext cx="2160587" cy="2160588"/>
          </a:xfrm>
        </p:spPr>
        <p:txBody>
          <a:bodyPr/>
          <a:lstStyle/>
          <a:p>
            <a:pPr>
              <a:defRPr/>
            </a:pPr>
            <a:endParaRPr lang="en-US"/>
          </a:p>
        </p:txBody>
      </p:sp>
      <p:sp>
        <p:nvSpPr>
          <p:cNvPr id="440606391" name="Picture Placeholder 7"/>
          <p:cNvSpPr>
            <a:spLocks noGrp="1"/>
          </p:cNvSpPr>
          <p:nvPr>
            <p:ph type="pic" sz="quarter" idx="24"/>
          </p:nvPr>
        </p:nvSpPr>
        <p:spPr bwMode="auto">
          <a:xfrm>
            <a:off x="5015705" y="1640942"/>
            <a:ext cx="2160587" cy="2160588"/>
          </a:xfrm>
        </p:spPr>
        <p:txBody>
          <a:bodyPr/>
          <a:lstStyle/>
          <a:p>
            <a:pPr>
              <a:defRPr/>
            </a:pPr>
            <a:endParaRPr lang="en-US"/>
          </a:p>
        </p:txBody>
      </p:sp>
      <p:sp>
        <p:nvSpPr>
          <p:cNvPr id="251937639" name="Picture Placeholder 7"/>
          <p:cNvSpPr>
            <a:spLocks noGrp="1"/>
          </p:cNvSpPr>
          <p:nvPr>
            <p:ph type="pic" sz="quarter" idx="25"/>
          </p:nvPr>
        </p:nvSpPr>
        <p:spPr bwMode="auto">
          <a:xfrm>
            <a:off x="8569236" y="1640942"/>
            <a:ext cx="2160587" cy="2160588"/>
          </a:xfrm>
        </p:spPr>
        <p:txBody>
          <a:body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End page">
    <p:bg>
      <p:bgPr>
        <a:solidFill>
          <a:schemeClr val="accent1"/>
        </a:solidFill>
        <a:effectLst/>
      </p:bgPr>
    </p:bg>
    <p:spTree>
      <p:nvGrpSpPr>
        <p:cNvPr id="1" name=""/>
        <p:cNvGrpSpPr/>
        <p:nvPr/>
      </p:nvGrpSpPr>
      <p:grpSpPr bwMode="auto">
        <a:xfrm>
          <a:off x="0" y="0"/>
          <a:ext cx="0" cy="0"/>
          <a:chOff x="0" y="0"/>
          <a:chExt cx="0" cy="0"/>
        </a:xfrm>
      </p:grpSpPr>
      <p:pic>
        <p:nvPicPr>
          <p:cNvPr id="1467850729" name="Picture 6"/>
          <p:cNvPicPr>
            <a:picLocks noChangeAspect="1"/>
          </p:cNvPicPr>
          <p:nvPr userDrawn="1"/>
        </p:nvPicPr>
        <p:blipFill rotWithShape="1">
          <a:blip r:embed="rId2"/>
          <a:stretch/>
        </p:blipFill>
        <p:spPr bwMode="auto">
          <a:xfrm>
            <a:off x="954002" y="5511600"/>
            <a:ext cx="2242795" cy="397958"/>
          </a:xfrm>
          <a:prstGeom prst="rect">
            <a:avLst/>
          </a:prstGeom>
        </p:spPr>
      </p:pic>
      <p:sp>
        <p:nvSpPr>
          <p:cNvPr id="1064438656" name="Title 1"/>
          <p:cNvSpPr>
            <a:spLocks noGrp="1"/>
          </p:cNvSpPr>
          <p:nvPr>
            <p:ph type="ctrTitle"/>
          </p:nvPr>
        </p:nvSpPr>
        <p:spPr bwMode="auto">
          <a:xfrm>
            <a:off x="926843" y="1964352"/>
            <a:ext cx="11828559" cy="1051570"/>
          </a:xfrm>
        </p:spPr>
        <p:txBody>
          <a:bodyPr vert="horz" wrap="none" lIns="0" tIns="0" rIns="0" bIns="0" rtlCol="0" anchor="t" anchorCtr="0">
            <a:noAutofit/>
          </a:bodyPr>
          <a:lstStyle>
            <a:lvl1pPr>
              <a:lnSpc>
                <a:spcPct val="100000"/>
              </a:lnSpc>
              <a:defRPr lang="en-GB" sz="7400" spc="-300">
                <a:solidFill>
                  <a:schemeClr val="bg1"/>
                </a:solidFill>
              </a:defRPr>
            </a:lvl1pPr>
          </a:lstStyle>
          <a:p>
            <a:pPr lvl="0">
              <a:lnSpc>
                <a:spcPts val="8186"/>
              </a:lnSpc>
              <a:defRPr/>
            </a:pPr>
            <a:r>
              <a:rPr lang="en-US"/>
              <a:t>Click to edit Master title style</a:t>
            </a:r>
            <a:endParaRPr lang="en-GB"/>
          </a:p>
        </p:txBody>
      </p:sp>
      <p:sp>
        <p:nvSpPr>
          <p:cNvPr id="175841892" name="Footer Placeholder 4"/>
          <p:cNvSpPr>
            <a:spLocks noGrp="1"/>
          </p:cNvSpPr>
          <p:nvPr>
            <p:ph type="ftr" sz="quarter" idx="11"/>
          </p:nvPr>
        </p:nvSpPr>
        <p:spPr bwMode="auto">
          <a:xfrm>
            <a:off x="965289" y="779733"/>
            <a:ext cx="7176911" cy="230832"/>
          </a:xfrm>
        </p:spPr>
        <p:txBody>
          <a:bodyPr>
            <a:noAutofit/>
          </a:bodyPr>
          <a:lstStyle>
            <a:lvl1pPr>
              <a:defRPr>
                <a:solidFill>
                  <a:schemeClr val="bg1"/>
                </a:solidFill>
              </a:defRPr>
            </a:lvl1pPr>
          </a:lstStyle>
          <a:p>
            <a:pPr>
              <a:defRPr/>
            </a:pPr>
            <a:r>
              <a:rPr lang="en-GB"/>
              <a:t>PRESENTATION TITLE (ADD VIA INSERT, HEADER &amp; FOOTER)</a:t>
            </a:r>
            <a:endParaRPr lang="en-GB">
              <a:solidFill>
                <a:schemeClr val="bg1"/>
              </a:solidFill>
            </a:endParaRPr>
          </a:p>
        </p:txBody>
      </p:sp>
      <p:sp>
        <p:nvSpPr>
          <p:cNvPr id="589363961" name="Slide Number Placeholder 5"/>
          <p:cNvSpPr>
            <a:spLocks noGrp="1"/>
          </p:cNvSpPr>
          <p:nvPr>
            <p:ph type="sldNum" sz="quarter" idx="12"/>
          </p:nvPr>
        </p:nvSpPr>
        <p:spPr bwMode="auto">
          <a:xfrm>
            <a:off x="10616400" y="779733"/>
            <a:ext cx="622800" cy="230832"/>
          </a:xfrm>
        </p:spPr>
        <p:txBody>
          <a:bodyPr wrap="square">
            <a:noAutofit/>
          </a:bodyPr>
          <a:lstStyle>
            <a:lvl1pPr>
              <a:defRPr>
                <a:solidFill>
                  <a:schemeClr val="bg1"/>
                </a:solidFill>
              </a:defRPr>
            </a:lvl1pPr>
          </a:lstStyle>
          <a:p>
            <a:pPr>
              <a:defRPr/>
            </a:pPr>
            <a:fld id="{E4D355CA-84B7-41B1-B164-8BB439CC7C6B}" type="slidenum">
              <a:rPr lang="en-GB"/>
              <a:t>‹#›</a:t>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blank" userDrawn="1">
  <p:cSld name="Blank Slide">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424737029" name="Title Placeholder 1"/>
          <p:cNvSpPr>
            <a:spLocks noGrp="1"/>
          </p:cNvSpPr>
          <p:nvPr>
            <p:ph type="title"/>
          </p:nvPr>
        </p:nvSpPr>
        <p:spPr bwMode="auto">
          <a:xfrm>
            <a:off x="954000" y="1890000"/>
            <a:ext cx="10279150" cy="365125"/>
          </a:xfrm>
          <a:prstGeom prst="rect">
            <a:avLst/>
          </a:prstGeom>
        </p:spPr>
        <p:txBody>
          <a:bodyPr vert="horz" lIns="0" tIns="0" rIns="0" bIns="0" rtlCol="0" anchor="t" anchorCtr="0">
            <a:noAutofit/>
          </a:bodyPr>
          <a:lstStyle/>
          <a:p>
            <a:pPr>
              <a:defRPr/>
            </a:pPr>
            <a:r>
              <a:rPr lang="en-US"/>
              <a:t>Click to edit Master title style</a:t>
            </a:r>
            <a:endParaRPr lang="en-GB"/>
          </a:p>
        </p:txBody>
      </p:sp>
      <p:sp>
        <p:nvSpPr>
          <p:cNvPr id="257863013" name="Text Placeholder 2"/>
          <p:cNvSpPr>
            <a:spLocks noGrp="1"/>
          </p:cNvSpPr>
          <p:nvPr>
            <p:ph type="body" idx="1"/>
          </p:nvPr>
        </p:nvSpPr>
        <p:spPr bwMode="auto">
          <a:xfrm>
            <a:off x="970139" y="2717600"/>
            <a:ext cx="10279150" cy="3175200"/>
          </a:xfrm>
          <a:prstGeom prst="rect">
            <a:avLst/>
          </a:prstGeom>
        </p:spPr>
        <p:txBody>
          <a:bodyPr vert="horz" lIns="0" tIns="0" rIns="0" bIns="0" rtlCol="0">
            <a:no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GB"/>
              <a:t>Fourth level</a:t>
            </a:r>
            <a:endParaRPr/>
          </a:p>
          <a:p>
            <a:pPr lvl="4">
              <a:defRPr/>
            </a:pPr>
            <a:r>
              <a:rPr lang="en-GB" b="1"/>
              <a:t>Fifth level</a:t>
            </a:r>
            <a:endParaRPr lang="en-GB"/>
          </a:p>
        </p:txBody>
      </p:sp>
      <p:sp>
        <p:nvSpPr>
          <p:cNvPr id="1205306483" name="Footer Placeholder 4"/>
          <p:cNvSpPr>
            <a:spLocks noGrp="1"/>
          </p:cNvSpPr>
          <p:nvPr>
            <p:ph type="ftr" sz="quarter" idx="3"/>
          </p:nvPr>
        </p:nvSpPr>
        <p:spPr bwMode="auto">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pPr>
              <a:defRPr/>
            </a:pPr>
            <a:r>
              <a:rPr lang="en-GB"/>
              <a:t>PRESENTATION TITLE (ADD VIA INSERT, HEADER &amp; FOOTER)</a:t>
            </a:r>
            <a:endParaRPr/>
          </a:p>
        </p:txBody>
      </p:sp>
      <p:sp>
        <p:nvSpPr>
          <p:cNvPr id="1615727571" name="Slide Number Placeholder 5"/>
          <p:cNvSpPr>
            <a:spLocks noGrp="1"/>
          </p:cNvSpPr>
          <p:nvPr>
            <p:ph type="sldNum" sz="quarter" idx="4"/>
          </p:nvPr>
        </p:nvSpPr>
        <p:spPr bwMode="auto">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pPr>
              <a:defRPr/>
            </a:pPr>
            <a:fld id="{E4D355CA-84B7-41B1-B164-8BB439CC7C6B}" type="slidenum">
              <a:rPr lang="en-GB"/>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dt="0"/>
  <p:txStyles>
    <p:titleStyle>
      <a:lvl1pPr algn="l" defTabSz="914400" rtl="0">
        <a:lnSpc>
          <a:spcPts val="3600"/>
        </a:lnSpc>
        <a:spcBef>
          <a:spcPts val="0"/>
        </a:spcBef>
        <a:buNone/>
        <a:defRPr sz="3600" b="1" spc="-100">
          <a:solidFill>
            <a:srgbClr val="203232"/>
          </a:solidFill>
          <a:latin typeface="+mj-lt"/>
          <a:ea typeface="+mj-ea"/>
          <a:cs typeface="+mj-cs"/>
        </a:defRPr>
      </a:lvl1pPr>
    </p:titleStyle>
    <p:bodyStyle>
      <a:lvl1pPr marL="0" indent="0" algn="l" defTabSz="914400" rtl="0">
        <a:lnSpc>
          <a:spcPts val="2880"/>
        </a:lnSpc>
        <a:spcBef>
          <a:spcPts val="0"/>
        </a:spcBef>
        <a:spcAft>
          <a:spcPts val="992"/>
        </a:spcAft>
        <a:buFont typeface="Arial"/>
        <a:buNone/>
        <a:defRPr sz="2400" b="1" spc="-100">
          <a:solidFill>
            <a:srgbClr val="203232"/>
          </a:solidFill>
          <a:latin typeface="+mn-lt"/>
          <a:ea typeface="+mn-ea"/>
          <a:cs typeface="+mn-cs"/>
        </a:defRPr>
      </a:lvl1pPr>
      <a:lvl2pPr marL="0" indent="0" algn="l" defTabSz="914400" rtl="0">
        <a:lnSpc>
          <a:spcPts val="2880"/>
        </a:lnSpc>
        <a:spcBef>
          <a:spcPts val="0"/>
        </a:spcBef>
        <a:spcAft>
          <a:spcPts val="992"/>
        </a:spcAft>
        <a:buFont typeface="Arial"/>
        <a:buNone/>
        <a:defRPr sz="2400" spc="-100">
          <a:solidFill>
            <a:srgbClr val="203232"/>
          </a:solidFill>
          <a:latin typeface="+mn-lt"/>
          <a:ea typeface="+mn-ea"/>
          <a:cs typeface="+mn-cs"/>
        </a:defRPr>
      </a:lvl2pPr>
      <a:lvl3pPr marL="216000" indent="-216000" algn="l" defTabSz="914400" rtl="0">
        <a:lnSpc>
          <a:spcPts val="2880"/>
        </a:lnSpc>
        <a:spcBef>
          <a:spcPts val="0"/>
        </a:spcBef>
        <a:spcAft>
          <a:spcPts val="992"/>
        </a:spcAft>
        <a:buFont typeface="Arial"/>
        <a:buChar char="■"/>
        <a:defRPr sz="2400" spc="-100">
          <a:solidFill>
            <a:srgbClr val="203232"/>
          </a:solidFill>
          <a:latin typeface="+mn-lt"/>
          <a:ea typeface="+mn-ea"/>
          <a:cs typeface="+mn-cs"/>
        </a:defRPr>
      </a:lvl3pPr>
      <a:lvl4pPr marL="0" indent="0" algn="l" defTabSz="914400" rtl="0">
        <a:lnSpc>
          <a:spcPts val="2160"/>
        </a:lnSpc>
        <a:spcBef>
          <a:spcPts val="0"/>
        </a:spcBef>
        <a:buFont typeface="Arial"/>
        <a:buNone/>
        <a:defRPr sz="1800">
          <a:solidFill>
            <a:srgbClr val="203232"/>
          </a:solidFill>
          <a:latin typeface="+mn-lt"/>
          <a:ea typeface="+mn-ea"/>
          <a:cs typeface="+mn-cs"/>
        </a:defRPr>
      </a:lvl4pPr>
      <a:lvl5pPr marL="0" indent="0" algn="l" defTabSz="914400" rtl="0">
        <a:lnSpc>
          <a:spcPts val="2160"/>
        </a:lnSpc>
        <a:spcBef>
          <a:spcPts val="0"/>
        </a:spcBef>
        <a:buFont typeface="Arial"/>
        <a:buNone/>
        <a:defRPr sz="1800" b="1">
          <a:solidFill>
            <a:srgbClr val="203232"/>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blipFill>
          <a:blip r:embed="rId3">
            <a:lum/>
          </a:blip>
          <a:stretch/>
        </a:blipFill>
        <a:effectLst/>
      </p:bgPr>
    </p:bg>
    <p:spTree>
      <p:nvGrpSpPr>
        <p:cNvPr id="1" name=""/>
        <p:cNvGrpSpPr/>
        <p:nvPr/>
      </p:nvGrpSpPr>
      <p:grpSpPr bwMode="auto">
        <a:xfrm>
          <a:off x="0" y="0"/>
          <a:ext cx="0" cy="0"/>
          <a:chOff x="0" y="0"/>
          <a:chExt cx="0" cy="0"/>
        </a:xfrm>
      </p:grpSpPr>
      <p:sp>
        <p:nvSpPr>
          <p:cNvPr id="52975737" name="Title 1"/>
          <p:cNvSpPr>
            <a:spLocks noGrp="1"/>
          </p:cNvSpPr>
          <p:nvPr>
            <p:ph type="ctrTitle"/>
          </p:nvPr>
        </p:nvSpPr>
        <p:spPr bwMode="auto"/>
        <p:txBody>
          <a:bodyPr>
            <a:normAutofit fontScale="90000"/>
          </a:bodyPr>
          <a:lstStyle/>
          <a:p>
            <a:pPr>
              <a:defRPr/>
            </a:pPr>
            <a:r>
              <a:rPr lang="en-US"/>
              <a:t>Visualization and Analysis – </a:t>
            </a:r>
            <a:br>
              <a:rPr lang="en-US"/>
            </a:br>
            <a:r>
              <a:rPr lang="en-US" sz="4000"/>
              <a:t>Tutorial Presentation for Feedback</a:t>
            </a:r>
            <a:br>
              <a:rPr lang="en-US" sz="4000"/>
            </a:br>
            <a:r>
              <a:rPr lang="en-US" sz="2200"/>
              <a:t>Date: </a:t>
            </a:r>
            <a:br>
              <a:rPr lang="en-US" sz="8000"/>
            </a:br>
            <a:endParaRPr lang="en-US"/>
          </a:p>
        </p:txBody>
      </p:sp>
      <p:sp>
        <p:nvSpPr>
          <p:cNvPr id="958495853" name="Subtitle 2"/>
          <p:cNvSpPr>
            <a:spLocks noGrp="1"/>
          </p:cNvSpPr>
          <p:nvPr>
            <p:ph type="subTitle" idx="1"/>
          </p:nvPr>
        </p:nvSpPr>
        <p:spPr bwMode="auto"/>
        <p:txBody>
          <a:bodyPr/>
          <a:lstStyle/>
          <a:p>
            <a:pPr>
              <a:defRPr/>
            </a:pPr>
            <a:r>
              <a:rPr lang="en-US" sz="2000"/>
              <a:t>Group Id: </a:t>
            </a:r>
            <a:r>
              <a:rPr lang="en-GB" sz="2000"/>
              <a:t>A5</a:t>
            </a:r>
            <a:r>
              <a:rPr lang="en-US" sz="2000"/>
              <a:t>                                                          Name of Student Presenting:</a:t>
            </a:r>
            <a:r>
              <a:rPr lang="en-GB" sz="2000"/>
              <a:t>Moses</a:t>
            </a:r>
            <a:endParaRPr/>
          </a:p>
        </p:txBody>
      </p:sp>
      <p:sp>
        <p:nvSpPr>
          <p:cNvPr id="1073284808" name="Footer Placeholder 3"/>
          <p:cNvSpPr>
            <a:spLocks noGrp="1"/>
          </p:cNvSpPr>
          <p:nvPr>
            <p:ph type="ftr" sz="quarter" idx="11"/>
          </p:nvPr>
        </p:nvSpPr>
        <p:spPr bwMode="auto">
          <a:xfrm>
            <a:off x="965289" y="274320"/>
            <a:ext cx="10455567" cy="736245"/>
          </a:xfrm>
        </p:spPr>
        <p:txBody>
          <a:bodyPr/>
          <a:lstStyle/>
          <a:p>
            <a:pPr>
              <a:defRPr/>
            </a:pPr>
            <a:r>
              <a:rPr lang="en-GB"/>
              <a:t>7COM1079-2025  Student Group No:A5                    Names of Student Attendees  (all group should attend to get feedback): </a:t>
            </a:r>
          </a:p>
          <a:p>
            <a:pPr>
              <a:defRPr/>
            </a:pPr>
            <a:r>
              <a:rPr lang="en-GB"/>
              <a:t>					 </a:t>
            </a:r>
            <a:r>
              <a:rPr lang="en-US" sz="1500" b="0" i="0" u="none" strike="noStrike" cap="none" spc="0">
                <a:solidFill>
                  <a:schemeClr val="bg1"/>
                </a:solidFill>
                <a:latin typeface="Arial"/>
                <a:ea typeface="Arial"/>
                <a:cs typeface="Arial"/>
              </a:rPr>
              <a:t>Allan Chumba</a:t>
            </a:r>
            <a:r>
              <a:rPr lang="en-GB"/>
              <a:t>, </a:t>
            </a:r>
            <a:r>
              <a:rPr lang="en-GB" sz="1500" b="0" i="0" u="none" strike="noStrike" cap="none" spc="0">
                <a:solidFill>
                  <a:schemeClr val="bg1"/>
                </a:solidFill>
                <a:latin typeface="Arial"/>
                <a:ea typeface="Arial"/>
                <a:cs typeface="Arial"/>
              </a:rPr>
              <a:t>Isaac Kechem, James Boro Kabecha, John Gathogo, 					Moses Musoga</a:t>
            </a:r>
            <a:endParaRPr lang="en-GB" sz="1500" b="0" i="0" u="none" strike="noStrike" cap="none" spc="0">
              <a:solidFill>
                <a:schemeClr val="bg1"/>
              </a:solidFill>
              <a:latin typeface="Arial"/>
              <a:cs typeface="Arial"/>
            </a:endParaRPr>
          </a:p>
        </p:txBody>
      </p:sp>
      <p:sp>
        <p:nvSpPr>
          <p:cNvPr id="1929282401" name="Slide Number Placeholder 4"/>
          <p:cNvSpPr>
            <a:spLocks noGrp="1"/>
          </p:cNvSpPr>
          <p:nvPr>
            <p:ph type="sldNum" sz="quarter" idx="12"/>
          </p:nvPr>
        </p:nvSpPr>
        <p:spPr bwMode="auto"/>
        <p:txBody>
          <a:bodyPr/>
          <a:lstStyle/>
          <a:p>
            <a:pPr>
              <a:defRPr/>
            </a:pPr>
            <a:fld id="{E4D355CA-84B7-41B1-B164-8BB439CC7C6B}" type="slidenum">
              <a:rPr lang="en-GB"/>
              <a:t>1</a:t>
            </a:fld>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0571660" name="Subtitle 1"/>
          <p:cNvSpPr>
            <a:spLocks noGrp="1"/>
          </p:cNvSpPr>
          <p:nvPr>
            <p:ph type="subTitle" idx="1"/>
          </p:nvPr>
        </p:nvSpPr>
        <p:spPr bwMode="auto">
          <a:xfrm>
            <a:off x="942200" y="1355610"/>
            <a:ext cx="7200000" cy="360000"/>
          </a:xfrm>
        </p:spPr>
        <p:txBody>
          <a:bodyPr/>
          <a:lstStyle/>
          <a:p>
            <a:pPr>
              <a:defRPr/>
            </a:pPr>
            <a:r>
              <a:rPr lang="en-US"/>
              <a:t>Part 1: VISUALISATION</a:t>
            </a:r>
            <a:endParaRPr lang="en-GB"/>
          </a:p>
        </p:txBody>
      </p:sp>
      <p:sp>
        <p:nvSpPr>
          <p:cNvPr id="910983744" name="Footer Placeholder 2"/>
          <p:cNvSpPr>
            <a:spLocks noGrp="1"/>
          </p:cNvSpPr>
          <p:nvPr>
            <p:ph type="ftr" sz="quarter" idx="11"/>
          </p:nvPr>
        </p:nvSpPr>
        <p:spPr bwMode="auto"/>
        <p:txBody>
          <a:bodyPr/>
          <a:lstStyle/>
          <a:p>
            <a:pPr>
              <a:defRPr/>
            </a:pPr>
            <a:r>
              <a:rPr lang="en-GB"/>
              <a:t>PRESENTATION TITLE (ADD VIA INSERT, HEADER &amp; FOOTER)</a:t>
            </a:r>
            <a:endParaRPr/>
          </a:p>
        </p:txBody>
      </p:sp>
      <p:sp>
        <p:nvSpPr>
          <p:cNvPr id="13934472" name="Slide Number Placeholder 3"/>
          <p:cNvSpPr>
            <a:spLocks noGrp="1"/>
          </p:cNvSpPr>
          <p:nvPr>
            <p:ph type="sldNum" sz="quarter" idx="12"/>
          </p:nvPr>
        </p:nvSpPr>
        <p:spPr bwMode="auto"/>
        <p:txBody>
          <a:bodyPr/>
          <a:lstStyle/>
          <a:p>
            <a:pPr>
              <a:defRPr/>
            </a:pPr>
            <a:fld id="{E4D355CA-84B7-41B1-B164-8BB439CC7C6B}" type="slidenum">
              <a:rPr lang="en-GB"/>
              <a:t>2</a:t>
            </a:fld>
            <a:endParaRPr lang="en-GB"/>
          </a:p>
        </p:txBody>
      </p:sp>
      <p:sp>
        <p:nvSpPr>
          <p:cNvPr id="1390325198" name="Title 4"/>
          <p:cNvSpPr>
            <a:spLocks noGrp="1"/>
          </p:cNvSpPr>
          <p:nvPr>
            <p:ph type="ctrTitle"/>
          </p:nvPr>
        </p:nvSpPr>
        <p:spPr bwMode="auto">
          <a:xfrm>
            <a:off x="942200" y="1715610"/>
            <a:ext cx="10683742" cy="2359086"/>
          </a:xfrm>
        </p:spPr>
        <p:txBody>
          <a:bodyPr>
            <a:noAutofit/>
          </a:bodyPr>
          <a:lstStyle/>
          <a:p>
            <a:pPr>
              <a:lnSpc>
                <a:spcPts val="6000"/>
              </a:lnSpc>
              <a:defRPr/>
            </a:pPr>
            <a:r>
              <a:rPr lang="en-US" sz="3000">
                <a:solidFill>
                  <a:srgbClr val="FF0000"/>
                </a:solidFill>
              </a:rPr>
              <a:t>If you have not defined your Research Question (RQ) yet, please do not attempt to present Visualizations and/or analyses of your data.  Go to Canvas, announcements on RQ presentations, and use the PowerPoint template provided for you to present your RQ.  You can use the time slot to present your RQ instead of the Visualisation.</a:t>
            </a:r>
            <a:endParaRPr lang="en-GB" sz="300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63730580" name="Subtitle 1"/>
          <p:cNvSpPr>
            <a:spLocks noGrp="1"/>
          </p:cNvSpPr>
          <p:nvPr>
            <p:ph type="subTitle" idx="1"/>
          </p:nvPr>
        </p:nvSpPr>
        <p:spPr bwMode="auto">
          <a:xfrm>
            <a:off x="965288" y="1080637"/>
            <a:ext cx="10110240" cy="588024"/>
          </a:xfrm>
        </p:spPr>
        <p:txBody>
          <a:bodyPr/>
          <a:lstStyle/>
          <a:p>
            <a:pPr>
              <a:defRPr/>
            </a:pPr>
            <a:r>
              <a:rPr lang="en-US" sz="2400" b="0" dirty="0">
                <a:latin typeface="Calibri"/>
                <a:cs typeface="Calibri"/>
              </a:rPr>
              <a:t>We are using the dataset</a:t>
            </a:r>
            <a:r>
              <a:rPr lang="en-US" sz="2400" b="0" dirty="0">
                <a:solidFill>
                  <a:srgbClr val="FF0000"/>
                </a:solidFill>
                <a:latin typeface="Calibri"/>
                <a:cs typeface="Calibri"/>
              </a:rPr>
              <a:t>   </a:t>
            </a:r>
            <a:r>
              <a:rPr lang="en-US" sz="2400" b="0" i="0" u="none" strike="noStrike" cap="none" spc="-99" dirty="0">
                <a:solidFill>
                  <a:srgbClr val="FF0000"/>
                </a:solidFill>
                <a:latin typeface="Calibri"/>
                <a:ea typeface="Calibri"/>
                <a:cs typeface="Calibri"/>
              </a:rPr>
              <a:t>ds256</a:t>
            </a:r>
            <a:r>
              <a:rPr lang="en-GB" sz="2400" b="0" dirty="0">
                <a:solidFill>
                  <a:srgbClr val="FF0000"/>
                </a:solidFill>
                <a:latin typeface="Calibri"/>
                <a:cs typeface="Calibri"/>
              </a:rPr>
              <a:t> loan_data.csv </a:t>
            </a:r>
            <a:r>
              <a:rPr lang="en-GB" sz="2400" b="0" dirty="0">
                <a:solidFill>
                  <a:schemeClr val="tx1"/>
                </a:solidFill>
                <a:latin typeface="Calibri"/>
                <a:cs typeface="Calibri"/>
              </a:rPr>
              <a:t>to </a:t>
            </a:r>
            <a:r>
              <a:rPr lang="en-US" sz="2400" b="0" dirty="0">
                <a:solidFill>
                  <a:schemeClr val="tx1"/>
                </a:solidFill>
                <a:latin typeface="Calibri"/>
                <a:cs typeface="Calibri"/>
              </a:rPr>
              <a:t>answer our Research Question </a:t>
            </a:r>
          </a:p>
          <a:p>
            <a:pPr>
              <a:defRPr/>
            </a:pPr>
            <a:r>
              <a:rPr lang="en-US" sz="2400" b="0" dirty="0">
                <a:solidFill>
                  <a:schemeClr val="tx1"/>
                </a:solidFill>
                <a:latin typeface="Calibri"/>
                <a:cs typeface="Calibri"/>
              </a:rPr>
              <a:t> </a:t>
            </a:r>
            <a:r>
              <a:rPr lang="en-US" sz="2400" b="0" dirty="0">
                <a:solidFill>
                  <a:srgbClr val="FF0000"/>
                </a:solidFill>
                <a:latin typeface="Calibri"/>
                <a:cs typeface="Calibri"/>
              </a:rPr>
              <a:t>“ </a:t>
            </a:r>
            <a:r>
              <a:rPr lang="en-US" sz="2400" b="0" i="0" u="none" strike="noStrike" cap="none" spc="-99" dirty="0">
                <a:solidFill>
                  <a:srgbClr val="FF0000"/>
                </a:solidFill>
                <a:latin typeface="Calibri"/>
                <a:ea typeface="Calibri"/>
                <a:cs typeface="Calibri"/>
              </a:rPr>
              <a:t>Is there a correlation between loan amount and personal income for applicants?</a:t>
            </a:r>
            <a:r>
              <a:rPr lang="en-US" sz="2400" b="0" dirty="0">
                <a:solidFill>
                  <a:srgbClr val="FF0000"/>
                </a:solidFill>
                <a:latin typeface="Calibri"/>
                <a:cs typeface="Calibri"/>
              </a:rPr>
              <a:t>”</a:t>
            </a:r>
            <a:r>
              <a:rPr lang="en-US" sz="2400" b="0" dirty="0">
                <a:solidFill>
                  <a:schemeClr val="tx1"/>
                </a:solidFill>
                <a:latin typeface="Calibri"/>
                <a:cs typeface="Calibri"/>
              </a:rPr>
              <a:t> </a:t>
            </a:r>
            <a:r>
              <a:rPr lang="en-US" sz="2400" baseline="30000" dirty="0">
                <a:solidFill>
                  <a:schemeClr val="tx1"/>
                </a:solidFill>
                <a:latin typeface="Calibri"/>
                <a:cs typeface="Calibri"/>
              </a:rPr>
              <a:t>1</a:t>
            </a:r>
            <a:endParaRPr dirty="0"/>
          </a:p>
          <a:p>
            <a:pPr>
              <a:defRPr/>
            </a:pPr>
            <a:br>
              <a:rPr lang="en-US" sz="2400" b="0" dirty="0">
                <a:solidFill>
                  <a:srgbClr val="FF0000"/>
                </a:solidFill>
                <a:latin typeface="Calibri"/>
                <a:cs typeface="Calibri"/>
              </a:rPr>
            </a:br>
            <a:endParaRPr lang="en-US" sz="2400" dirty="0">
              <a:solidFill>
                <a:schemeClr val="tx1"/>
              </a:solidFill>
              <a:latin typeface="Calibri"/>
              <a:cs typeface="Calibri"/>
            </a:endParaRPr>
          </a:p>
        </p:txBody>
      </p:sp>
      <p:sp>
        <p:nvSpPr>
          <p:cNvPr id="2113255942" name="Slide Number Placeholder 3"/>
          <p:cNvSpPr>
            <a:spLocks noGrp="1"/>
          </p:cNvSpPr>
          <p:nvPr>
            <p:ph type="sldNum" sz="quarter" idx="12"/>
          </p:nvPr>
        </p:nvSpPr>
        <p:spPr bwMode="auto"/>
        <p:txBody>
          <a:bodyPr/>
          <a:lstStyle/>
          <a:p>
            <a:pPr>
              <a:defRPr/>
            </a:pPr>
            <a:fld id="{E4D355CA-84B7-41B1-B164-8BB439CC7C6B}" type="slidenum">
              <a:rPr lang="en-GB"/>
              <a:t>3</a:t>
            </a:fld>
            <a:endParaRPr lang="en-GB"/>
          </a:p>
        </p:txBody>
      </p:sp>
      <p:sp>
        <p:nvSpPr>
          <p:cNvPr id="2053291034" name="TextBox 16"/>
          <p:cNvSpPr txBox="1"/>
          <p:nvPr/>
        </p:nvSpPr>
        <p:spPr bwMode="auto">
          <a:xfrm>
            <a:off x="872974" y="1854019"/>
            <a:ext cx="9979839" cy="823320"/>
          </a:xfrm>
          <a:prstGeom prst="rect">
            <a:avLst/>
          </a:prstGeom>
          <a:noFill/>
        </p:spPr>
        <p:txBody>
          <a:bodyPr wrap="square" rtlCol="0">
            <a:spAutoFit/>
          </a:bodyPr>
          <a:lstStyle/>
          <a:p>
            <a:pPr>
              <a:defRPr/>
            </a:pPr>
            <a:r>
              <a:rPr lang="en-GB" sz="2400" dirty="0">
                <a:solidFill>
                  <a:srgbClr val="FF0000"/>
                </a:solidFill>
              </a:rPr>
              <a:t>the dataset has 45,000 rows and the variables we use are </a:t>
            </a:r>
            <a:r>
              <a:rPr lang="en-GB" sz="2400" b="1" i="0" u="none" strike="noStrike" cap="none" spc="0">
                <a:solidFill>
                  <a:srgbClr val="FF0000"/>
                </a:solidFill>
                <a:latin typeface="Arial"/>
                <a:ea typeface="Arial"/>
                <a:cs typeface="Arial"/>
              </a:rPr>
              <a:t>loan_</a:t>
            </a:r>
            <a:r>
              <a:rPr lang="en-GB" sz="2400" b="1">
                <a:solidFill>
                  <a:srgbClr val="FF0000"/>
                </a:solidFill>
                <a:latin typeface="Arial"/>
                <a:ea typeface="Arial"/>
                <a:cs typeface="Arial"/>
              </a:rPr>
              <a:t>amount</a:t>
            </a:r>
            <a:r>
              <a:rPr lang="en-GB" sz="2400" b="1">
                <a:solidFill>
                  <a:srgbClr val="FF0000"/>
                </a:solidFill>
              </a:rPr>
              <a:t> </a:t>
            </a:r>
            <a:r>
              <a:rPr lang="en-GB" sz="2400">
                <a:solidFill>
                  <a:srgbClr val="FF0000"/>
                </a:solidFill>
              </a:rPr>
              <a:t>(dependent variable</a:t>
            </a:r>
            <a:r>
              <a:rPr lang="en-GB" sz="2400" baseline="30000">
                <a:solidFill>
                  <a:srgbClr val="FF0000"/>
                </a:solidFill>
              </a:rPr>
              <a:t>3</a:t>
            </a:r>
            <a:r>
              <a:rPr lang="en-GB" sz="2400">
                <a:solidFill>
                  <a:srgbClr val="FF0000"/>
                </a:solidFill>
              </a:rPr>
              <a:t>) and </a:t>
            </a:r>
            <a:r>
              <a:rPr lang="en-GB" sz="2400" b="1" i="0" u="none" strike="noStrike" cap="none" spc="0" dirty="0" err="1">
                <a:solidFill>
                  <a:srgbClr val="FF0000"/>
                </a:solidFill>
                <a:latin typeface="Arial"/>
                <a:ea typeface="Arial"/>
                <a:cs typeface="Arial"/>
              </a:rPr>
              <a:t>person_income</a:t>
            </a:r>
            <a:r>
              <a:rPr lang="en-GB" sz="2400" dirty="0">
                <a:solidFill>
                  <a:srgbClr val="FF0000"/>
                </a:solidFill>
              </a:rPr>
              <a:t> (independent variable</a:t>
            </a:r>
            <a:r>
              <a:rPr lang="en-GB" sz="2400" baseline="30000" dirty="0">
                <a:solidFill>
                  <a:srgbClr val="FF0000"/>
                </a:solidFill>
              </a:rPr>
              <a:t>4</a:t>
            </a:r>
            <a:r>
              <a:rPr lang="en-GB" sz="2400" dirty="0">
                <a:solidFill>
                  <a:srgbClr val="FF0000"/>
                </a:solidFill>
              </a:rPr>
              <a:t>).</a:t>
            </a:r>
            <a:endParaRPr dirty="0"/>
          </a:p>
        </p:txBody>
      </p:sp>
      <p:pic>
        <p:nvPicPr>
          <p:cNvPr id="849934019" name="Ink 25"/>
          <p:cNvPicPr/>
          <p:nvPr/>
        </p:nvPicPr>
        <p:blipFill rotWithShape="1">
          <a:blip r:embed="rId3"/>
          <a:stretch/>
        </p:blipFill>
        <p:spPr bwMode="auto">
          <a:xfrm>
            <a:off x="11530041" y="2687494"/>
            <a:ext cx="36000" cy="36000"/>
          </a:xfrm>
          <a:prstGeom prst="rect">
            <a:avLst/>
          </a:prstGeom>
        </p:spPr>
      </p:pic>
      <p:cxnSp>
        <p:nvCxnSpPr>
          <p:cNvPr id="994974618" name="Straight Arrow Connector 29"/>
          <p:cNvCxnSpPr/>
          <p:nvPr/>
        </p:nvCxnSpPr>
        <p:spPr bwMode="auto">
          <a:xfrm>
            <a:off x="5268160" y="3958225"/>
            <a:ext cx="631599" cy="0"/>
          </a:xfrm>
          <a:prstGeom prst="straightConnector1">
            <a:avLst/>
          </a:prstGeom>
          <a:ln w="38100" cap="flat" cmpd="sng" algn="ctr">
            <a:solidFill>
              <a:schemeClr val="dk1"/>
            </a:solidFill>
            <a:prstDash val="solid"/>
            <a:round/>
            <a:headEnd type="none" w="med" len="med"/>
            <a:tailEnd type="arrow" w="med" len="med"/>
          </a:ln>
        </p:spPr>
        <p:style>
          <a:lnRef idx="0">
            <a:srgbClr val="000000"/>
          </a:lnRef>
          <a:fillRef idx="0">
            <a:srgbClr val="000000"/>
          </a:fillRef>
          <a:effectRef idx="0">
            <a:srgbClr val="000000"/>
          </a:effectRef>
          <a:fontRef idx="minor">
            <a:schemeClr val="tx1"/>
          </a:fontRef>
        </p:style>
      </p:cxnSp>
      <p:pic>
        <p:nvPicPr>
          <p:cNvPr id="1690413670" name="Picture 1690413669"/>
          <p:cNvPicPr>
            <a:picLocks noChangeAspect="1"/>
          </p:cNvPicPr>
          <p:nvPr/>
        </p:nvPicPr>
        <p:blipFill rotWithShape="1">
          <a:blip r:embed="rId4"/>
          <a:stretch/>
        </p:blipFill>
        <p:spPr bwMode="auto">
          <a:xfrm>
            <a:off x="567432" y="2677339"/>
            <a:ext cx="11153774" cy="30289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3521794" name="Slide Number Placeholder 5"/>
          <p:cNvSpPr>
            <a:spLocks noGrp="1"/>
          </p:cNvSpPr>
          <p:nvPr>
            <p:ph type="sldNum" sz="quarter" idx="12"/>
          </p:nvPr>
        </p:nvSpPr>
        <p:spPr bwMode="auto">
          <a:xfrm>
            <a:off x="10616399" y="791021"/>
            <a:ext cx="622800" cy="230832"/>
          </a:xfrm>
        </p:spPr>
        <p:txBody>
          <a:bodyPr/>
          <a:lstStyle>
            <a:lvl1pPr>
              <a:defRPr>
                <a:solidFill>
                  <a:srgbClr val="8F9898"/>
                </a:solidFill>
              </a:defRPr>
            </a:lvl1pPr>
          </a:lstStyle>
          <a:p>
            <a:pPr>
              <a:defRPr/>
            </a:pPr>
            <a:fld id="{1B678747-91CA-5540-8200-ED98C1E477D9}" type="slidenum">
              <a:rPr lang="en-GB"/>
              <a:t>4</a:t>
            </a:fld>
            <a:endParaRPr lang="en-GB"/>
          </a:p>
        </p:txBody>
      </p:sp>
      <p:pic>
        <p:nvPicPr>
          <p:cNvPr id="1067777518" name="Picture 1067777517"/>
          <p:cNvPicPr>
            <a:picLocks noChangeAspect="1"/>
          </p:cNvPicPr>
          <p:nvPr/>
        </p:nvPicPr>
        <p:blipFill rotWithShape="1">
          <a:blip r:embed="rId3"/>
          <a:stretch/>
        </p:blipFill>
        <p:spPr bwMode="auto">
          <a:xfrm>
            <a:off x="2086520" y="129075"/>
            <a:ext cx="8025037" cy="531767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36713648" name="Slide Number Placeholder 5"/>
          <p:cNvSpPr>
            <a:spLocks noGrp="1"/>
          </p:cNvSpPr>
          <p:nvPr>
            <p:ph type="sldNum" sz="quarter" idx="12"/>
          </p:nvPr>
        </p:nvSpPr>
        <p:spPr bwMode="auto">
          <a:xfrm>
            <a:off x="10616399" y="791021"/>
            <a:ext cx="622800" cy="230832"/>
          </a:xfrm>
        </p:spPr>
        <p:txBody>
          <a:bodyPr/>
          <a:lstStyle>
            <a:lvl1pPr>
              <a:defRPr>
                <a:solidFill>
                  <a:srgbClr val="8F9898"/>
                </a:solidFill>
              </a:defRPr>
            </a:lvl1pPr>
          </a:lstStyle>
          <a:p>
            <a:pPr>
              <a:defRPr/>
            </a:pPr>
            <a:fld id="{742A4E25-18C6-5EE1-9FA6-E574CCDCAF25}" type="slidenum">
              <a:rPr lang="en-GB"/>
              <a:t>5</a:t>
            </a:fld>
            <a:endParaRPr lang="en-GB"/>
          </a:p>
        </p:txBody>
      </p:sp>
      <p:pic>
        <p:nvPicPr>
          <p:cNvPr id="1605372903" name="Picture 1605372902"/>
          <p:cNvPicPr>
            <a:picLocks noChangeAspect="1"/>
          </p:cNvPicPr>
          <p:nvPr/>
        </p:nvPicPr>
        <p:blipFill rotWithShape="1">
          <a:blip r:embed="rId3"/>
          <a:stretch/>
        </p:blipFill>
        <p:spPr bwMode="auto">
          <a:xfrm>
            <a:off x="2185558" y="111210"/>
            <a:ext cx="7990616" cy="529486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38048624" name="Subtitle 1"/>
          <p:cNvSpPr>
            <a:spLocks noGrp="1"/>
          </p:cNvSpPr>
          <p:nvPr>
            <p:ph type="subTitle" idx="1"/>
          </p:nvPr>
        </p:nvSpPr>
        <p:spPr bwMode="auto">
          <a:xfrm>
            <a:off x="954000" y="1698171"/>
            <a:ext cx="10285200" cy="551829"/>
          </a:xfrm>
        </p:spPr>
        <p:txBody>
          <a:bodyPr/>
          <a:lstStyle/>
          <a:p>
            <a:pPr>
              <a:defRPr/>
            </a:pPr>
            <a:r>
              <a:rPr lang="en-US"/>
              <a:t>Part 2: Analysis (building on your Visualizations)</a:t>
            </a:r>
            <a:endParaRPr lang="en-GB"/>
          </a:p>
        </p:txBody>
      </p:sp>
      <p:sp>
        <p:nvSpPr>
          <p:cNvPr id="1742000358" name="Footer Placeholder 2"/>
          <p:cNvSpPr>
            <a:spLocks noGrp="1"/>
          </p:cNvSpPr>
          <p:nvPr>
            <p:ph type="ftr" sz="quarter" idx="11"/>
          </p:nvPr>
        </p:nvSpPr>
        <p:spPr bwMode="auto"/>
        <p:txBody>
          <a:bodyPr/>
          <a:lstStyle/>
          <a:p>
            <a:pPr>
              <a:defRPr/>
            </a:pPr>
            <a:r>
              <a:rPr lang="en-GB"/>
              <a:t>PRESENTATION TITLE (ADD VIA INSERT, HEADER &amp; FOOTER)</a:t>
            </a:r>
            <a:endParaRPr/>
          </a:p>
        </p:txBody>
      </p:sp>
      <p:sp>
        <p:nvSpPr>
          <p:cNvPr id="74384282" name="Slide Number Placeholder 3"/>
          <p:cNvSpPr>
            <a:spLocks noGrp="1"/>
          </p:cNvSpPr>
          <p:nvPr>
            <p:ph type="sldNum" sz="quarter" idx="12"/>
          </p:nvPr>
        </p:nvSpPr>
        <p:spPr bwMode="auto"/>
        <p:txBody>
          <a:bodyPr/>
          <a:lstStyle/>
          <a:p>
            <a:pPr>
              <a:defRPr/>
            </a:pPr>
            <a:fld id="{E4D355CA-84B7-41B1-B164-8BB439CC7C6B}" type="slidenum">
              <a:rPr lang="en-GB"/>
              <a:t>6</a:t>
            </a:fld>
            <a:endParaRPr lang="en-GB"/>
          </a:p>
        </p:txBody>
      </p:sp>
      <p:sp>
        <p:nvSpPr>
          <p:cNvPr id="1297782091" name="Title 4"/>
          <p:cNvSpPr>
            <a:spLocks noGrp="1"/>
          </p:cNvSpPr>
          <p:nvPr>
            <p:ph type="ctrTitle"/>
          </p:nvPr>
        </p:nvSpPr>
        <p:spPr bwMode="auto"/>
        <p:txBody>
          <a:bodyPr>
            <a:normAutofit/>
          </a:bodyPr>
          <a:lstStyle/>
          <a:p>
            <a:pPr>
              <a:lnSpc>
                <a:spcPts val="4000"/>
              </a:lnSpc>
              <a:defRPr/>
            </a:pPr>
            <a:r>
              <a:rPr lang="en-US" sz="3600">
                <a:solidFill>
                  <a:srgbClr val="FF0000"/>
                </a:solidFill>
              </a:rPr>
              <a:t>Only attempt this Analysis part of the demo if you have completed your Visualization(s). Otherwise end your demo after the Visualization for feedback.</a:t>
            </a:r>
            <a:endParaRPr lang="en-GB" sz="360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00092838" name="CustomShape 1"/>
          <p:cNvSpPr/>
          <p:nvPr/>
        </p:nvSpPr>
        <p:spPr bwMode="auto">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411219910" name="CustomShape 2"/>
          <p:cNvSpPr/>
          <p:nvPr/>
        </p:nvSpPr>
        <p:spPr bwMode="auto">
          <a:xfrm rot="10800000" flipH="1">
            <a:off x="360" y="360"/>
            <a:ext cx="12191760" cy="1575720"/>
          </a:xfrm>
          <a:prstGeom prst="rect">
            <a:avLst/>
          </a:prstGeom>
          <a:gradFill rotWithShape="0">
            <a:gsLst>
              <a:gs pos="0">
                <a:srgbClr val="000000">
                  <a:alpha val="96078"/>
                </a:srgbClr>
              </a:gs>
              <a:gs pos="100000">
                <a:srgbClr val="77418E"/>
              </a:gs>
            </a:gsLst>
            <a:lin ang="15600000" scaled="1"/>
          </a:gra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1466439519" name="CustomShape 3"/>
          <p:cNvSpPr/>
          <p:nvPr/>
        </p:nvSpPr>
        <p:spPr bwMode="auto">
          <a:xfrm>
            <a:off x="0" y="0"/>
            <a:ext cx="8128440" cy="1575000"/>
          </a:xfrm>
          <a:prstGeom prst="rect">
            <a:avLst/>
          </a:prstGeom>
          <a:gradFill rotWithShape="0">
            <a:gsLst>
              <a:gs pos="26000">
                <a:srgbClr val="C49FD3">
                  <a:alpha val="0"/>
                </a:srgbClr>
              </a:gs>
              <a:gs pos="100000">
                <a:srgbClr val="9C5FB5">
                  <a:alpha val="41176"/>
                </a:srgbClr>
              </a:gs>
            </a:gsLst>
            <a:lin ang="19200000" scaled="1"/>
          </a:gra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1640108257" name="CustomShape 4"/>
          <p:cNvSpPr/>
          <p:nvPr/>
        </p:nvSpPr>
        <p:spPr bwMode="auto">
          <a:xfrm flipH="1">
            <a:off x="0" y="0"/>
            <a:ext cx="12191760" cy="1573920"/>
          </a:xfrm>
          <a:prstGeom prst="rect">
            <a:avLst/>
          </a:prstGeom>
          <a:gradFill rotWithShape="0">
            <a:gsLst>
              <a:gs pos="22000">
                <a:srgbClr val="9C5FB5">
                  <a:alpha val="15294"/>
                </a:srgbClr>
              </a:gs>
              <a:gs pos="100000">
                <a:srgbClr val="000000">
                  <a:alpha val="63137"/>
                </a:srgbClr>
              </a:gs>
            </a:gsLst>
            <a:lin ang="6000000" scaled="1"/>
          </a:gra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1302949169" name="TextShape 5"/>
          <p:cNvSpPr txBox="1"/>
          <p:nvPr/>
        </p:nvSpPr>
        <p:spPr bwMode="auto">
          <a:xfrm>
            <a:off x="290880" y="158400"/>
            <a:ext cx="7063200" cy="1158840"/>
          </a:xfrm>
          <a:prstGeom prst="rect">
            <a:avLst/>
          </a:prstGeom>
          <a:noFill/>
          <a:ln>
            <a:noFill/>
          </a:ln>
        </p:spPr>
        <p:txBody>
          <a:bodyPr anchor="ctr">
            <a:normAutofit/>
          </a:bodyPr>
          <a:lstStyle/>
          <a:p>
            <a:pPr>
              <a:lnSpc>
                <a:spcPct val="90000"/>
              </a:lnSpc>
              <a:defRPr/>
            </a:pPr>
            <a:r>
              <a:rPr lang="en-US" sz="2400" b="0" strike="noStrike" spc="-201">
                <a:solidFill>
                  <a:srgbClr val="FFFFFF"/>
                </a:solidFill>
                <a:latin typeface="Arial"/>
              </a:rPr>
              <a:t> </a:t>
            </a:r>
            <a:br>
              <a:rPr/>
            </a:br>
            <a:br>
              <a:rPr/>
            </a:br>
            <a:endParaRPr lang="en-US" sz="2400" b="0" strike="noStrike" spc="-1">
              <a:solidFill>
                <a:srgbClr val="203232"/>
              </a:solidFill>
              <a:latin typeface="Arial"/>
            </a:endParaRPr>
          </a:p>
        </p:txBody>
      </p:sp>
      <p:sp>
        <p:nvSpPr>
          <p:cNvPr id="947568682" name="TextShape 6"/>
          <p:cNvSpPr txBox="1"/>
          <p:nvPr/>
        </p:nvSpPr>
        <p:spPr bwMode="auto">
          <a:xfrm>
            <a:off x="8217720" y="343800"/>
            <a:ext cx="3386160" cy="1158840"/>
          </a:xfrm>
          <a:prstGeom prst="rect">
            <a:avLst/>
          </a:prstGeom>
          <a:noFill/>
          <a:ln>
            <a:noFill/>
          </a:ln>
        </p:spPr>
        <p:txBody>
          <a:bodyPr anchor="ctr">
            <a:noAutofit/>
          </a:bodyPr>
          <a:lstStyle/>
          <a:p>
            <a:pPr>
              <a:lnSpc>
                <a:spcPts val="2880"/>
              </a:lnSpc>
              <a:spcAft>
                <a:spcPts val="992"/>
              </a:spcAft>
              <a:tabLst>
                <a:tab pos="0" algn="l"/>
              </a:tabLst>
              <a:defRPr/>
            </a:pPr>
            <a:r>
              <a:rPr lang="en-GB" sz="3200" b="0" strike="noStrike" spc="-100">
                <a:solidFill>
                  <a:srgbClr val="FFFFFF"/>
                </a:solidFill>
                <a:latin typeface="Arial"/>
              </a:rPr>
              <a:t>Our RQ asks about Correlation</a:t>
            </a:r>
            <a:endParaRPr lang="en-US" sz="3200" b="0" strike="noStrike" spc="-1">
              <a:latin typeface="Arial"/>
            </a:endParaRPr>
          </a:p>
        </p:txBody>
      </p:sp>
      <p:sp>
        <p:nvSpPr>
          <p:cNvPr id="1705247326" name="TextShape 7"/>
          <p:cNvSpPr txBox="1"/>
          <p:nvPr/>
        </p:nvSpPr>
        <p:spPr bwMode="auto">
          <a:xfrm>
            <a:off x="11704320" y="6455520"/>
            <a:ext cx="447840" cy="364680"/>
          </a:xfrm>
          <a:prstGeom prst="rect">
            <a:avLst/>
          </a:prstGeom>
          <a:noFill/>
          <a:ln>
            <a:noFill/>
          </a:ln>
        </p:spPr>
        <p:txBody>
          <a:bodyPr anchor="ctr">
            <a:normAutofit/>
          </a:bodyPr>
          <a:lstStyle/>
          <a:p>
            <a:pPr algn="r">
              <a:lnSpc>
                <a:spcPct val="100000"/>
              </a:lnSpc>
              <a:spcAft>
                <a:spcPts val="601"/>
              </a:spcAft>
              <a:defRPr/>
            </a:pPr>
            <a:fld id="{3AD1EC97-2E3A-4B5A-93B5-9F892C3DC423}" type="slidenum">
              <a:rPr lang="en-US" sz="1100" b="1" strike="noStrike" spc="-1">
                <a:solidFill>
                  <a:srgbClr val="7DABAB"/>
                </a:solidFill>
                <a:latin typeface="Arial"/>
              </a:rPr>
              <a:t>7</a:t>
            </a:fld>
            <a:endParaRPr lang="en-US" sz="1100" b="0" strike="noStrike" spc="-1">
              <a:latin typeface="Times New Roman"/>
            </a:endParaRPr>
          </a:p>
        </p:txBody>
      </p:sp>
      <p:sp>
        <p:nvSpPr>
          <p:cNvPr id="1280732149" name="CustomShape 8"/>
          <p:cNvSpPr/>
          <p:nvPr/>
        </p:nvSpPr>
        <p:spPr bwMode="auto">
          <a:xfrm>
            <a:off x="366120" y="197640"/>
            <a:ext cx="6988320" cy="1187640"/>
          </a:xfrm>
          <a:prstGeom prst="rect">
            <a:avLst/>
          </a:prstGeom>
          <a:noFill/>
          <a:ln>
            <a:noFill/>
          </a:ln>
        </p:spPr>
        <p:style>
          <a:lnRef idx="0">
            <a:srgbClr val="000000"/>
          </a:lnRef>
          <a:fillRef idx="0">
            <a:srgbClr val="000000"/>
          </a:fillRef>
          <a:effectRef idx="0">
            <a:srgbClr val="000000"/>
          </a:effectRef>
          <a:fontRef idx="minor"/>
        </p:style>
        <p:txBody>
          <a:bodyPr lIns="90000" tIns="45000" rIns="90000" bIns="45000">
            <a:spAutoFit/>
          </a:bodyPr>
          <a:lstStyle/>
          <a:p>
            <a:pPr>
              <a:lnSpc>
                <a:spcPct val="100000"/>
              </a:lnSpc>
              <a:defRPr/>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a:t>
            </a:r>
            <a:r>
              <a:rPr lang="en-GB" sz="1800" b="0" strike="noStrike" spc="-1">
                <a:solidFill>
                  <a:srgbClr val="203232"/>
                </a:solidFill>
                <a:latin typeface="Arial"/>
              </a:rPr>
              <a:t>.</a:t>
            </a:r>
            <a:endParaRPr lang="en-US" sz="1800" b="0" strike="noStrike" spc="-1">
              <a:latin typeface="Arial"/>
            </a:endParaRPr>
          </a:p>
        </p:txBody>
      </p:sp>
      <p:sp>
        <p:nvSpPr>
          <p:cNvPr id="1391865509" name="CustomShape 9"/>
          <p:cNvSpPr/>
          <p:nvPr/>
        </p:nvSpPr>
        <p:spPr bwMode="auto">
          <a:xfrm>
            <a:off x="182880" y="1645920"/>
            <a:ext cx="11722680" cy="504684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defRPr/>
            </a:pPr>
            <a:r>
              <a:rPr lang="en-GB" sz="1800" b="0" strike="noStrike" spc="-1">
                <a:solidFill>
                  <a:srgbClr val="000000"/>
                </a:solidFill>
                <a:latin typeface="Arial"/>
              </a:rPr>
              <a:t>For example:</a:t>
            </a: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p:txBody>
      </p:sp>
      <p:sp>
        <p:nvSpPr>
          <p:cNvPr id="1038621100" name="CustomShape 10"/>
          <p:cNvSpPr/>
          <p:nvPr/>
        </p:nvSpPr>
        <p:spPr bwMode="auto">
          <a:xfrm>
            <a:off x="6412680" y="2012759"/>
            <a:ext cx="5057640" cy="4205160"/>
          </a:xfrm>
          <a:prstGeom prst="rect">
            <a:avLst/>
          </a:prstGeom>
          <a:noFill/>
          <a:ln>
            <a:noFill/>
          </a:ln>
        </p:spPr>
        <p:style>
          <a:lnRef idx="0">
            <a:srgbClr val="000000"/>
          </a:lnRef>
          <a:fillRef idx="0">
            <a:srgbClr val="000000"/>
          </a:fillRef>
          <a:effectRef idx="0">
            <a:srgbClr val="000000"/>
          </a:effectRef>
          <a:fontRef idx="minor"/>
        </p:style>
        <p:txBody>
          <a:bodyPr lIns="90000" tIns="45000" rIns="90000" bIns="45000">
            <a:spAutoFit/>
          </a:bodyPr>
          <a:lstStyle/>
          <a:p>
            <a:pPr>
              <a:lnSpc>
                <a:spcPct val="100000"/>
              </a:lnSpc>
              <a:defRPr/>
            </a:pPr>
            <a:r>
              <a:rPr lang="en-GB" sz="1800" b="0" strike="noStrike" spc="-1">
                <a:solidFill>
                  <a:srgbClr val="203232"/>
                </a:solidFill>
                <a:latin typeface="Arial"/>
              </a:rPr>
              <a:t>Choose one:</a:t>
            </a:r>
            <a:endParaRPr lang="en-US" sz="1800" b="0" strike="noStrike" spc="-1">
              <a:latin typeface="Arial"/>
            </a:endParaRPr>
          </a:p>
          <a:p>
            <a:pPr>
              <a:lnSpc>
                <a:spcPct val="100000"/>
              </a:lnSpc>
              <a:defRPr/>
            </a:pPr>
            <a:r>
              <a:rPr lang="en-GB" sz="1800" b="0" strike="noStrike" spc="-1">
                <a:solidFill>
                  <a:srgbClr val="203232"/>
                </a:solidFill>
                <a:latin typeface="Arial"/>
              </a:rPr>
              <a:t>1. The blue normal curve overlay follows the contours of the underlying data, so for our analysis we will use a parametric test for correlation:  </a:t>
            </a:r>
            <a:r>
              <a:rPr lang="en-GB" sz="1800" b="0" strike="noStrike" spc="-1">
                <a:solidFill>
                  <a:srgbClr val="0073CF"/>
                </a:solidFill>
                <a:latin typeface="Arial"/>
              </a:rPr>
              <a:t>Pearson’s r</a:t>
            </a:r>
            <a:endParaRPr lang="en-US" sz="1800" b="0" strike="noStrike" spc="-1">
              <a:latin typeface="Arial"/>
            </a:endParaRPr>
          </a:p>
          <a:p>
            <a:pPr>
              <a:lnSpc>
                <a:spcPct val="100000"/>
              </a:lnSpc>
              <a:defRPr/>
            </a:pPr>
            <a:r>
              <a:rPr lang="en-GB" sz="1800" b="0" strike="noStrike" spc="-1">
                <a:solidFill>
                  <a:srgbClr val="0073CF"/>
                </a:solidFill>
                <a:latin typeface="Arial"/>
              </a:rPr>
              <a:t>OR</a:t>
            </a:r>
            <a:endParaRPr lang="en-US" sz="1800" b="0" strike="noStrike" spc="-1">
              <a:latin typeface="Arial"/>
            </a:endParaRPr>
          </a:p>
          <a:p>
            <a:pPr>
              <a:lnSpc>
                <a:spcPct val="100000"/>
              </a:lnSpc>
              <a:defRPr/>
            </a:pPr>
            <a:r>
              <a:rPr lang="en-GB" sz="1800" b="0" strike="noStrike" spc="-1">
                <a:solidFill>
                  <a:srgbClr val="203232"/>
                </a:solidFill>
                <a:latin typeface="Arial"/>
              </a:rPr>
              <a:t>The normal curve overlay </a:t>
            </a:r>
            <a:r>
              <a:rPr lang="en-GB" sz="1800" b="1" strike="noStrike" spc="-1">
                <a:solidFill>
                  <a:srgbClr val="203232"/>
                </a:solidFill>
                <a:latin typeface="Arial"/>
              </a:rPr>
              <a:t>does not follow </a:t>
            </a:r>
            <a:r>
              <a:rPr lang="en-GB" sz="1800" b="0" strike="noStrike" spc="-1">
                <a:solidFill>
                  <a:srgbClr val="203232"/>
                </a:solidFill>
                <a:latin typeface="Arial"/>
              </a:rPr>
              <a:t>the shape of the underlying data, so for our analysis we  use the non-parametric test for correlation that does not assume normality: </a:t>
            </a:r>
            <a:r>
              <a:rPr lang="en-GB" sz="1800" b="0" strike="noStrike" spc="-1">
                <a:solidFill>
                  <a:srgbClr val="0073CF"/>
                </a:solidFill>
                <a:latin typeface="Arial"/>
              </a:rPr>
              <a:t>Spearman’s Rho </a:t>
            </a:r>
            <a:r>
              <a:rPr lang="en-GB" sz="1800" b="0" strike="noStrike" spc="-1">
                <a:solidFill>
                  <a:srgbClr val="203232"/>
                </a:solidFill>
                <a:latin typeface="Arial"/>
              </a:rPr>
              <a:t>or </a:t>
            </a:r>
            <a:r>
              <a:rPr lang="en-GB" sz="1800" b="0" strike="noStrike" spc="-1">
                <a:solidFill>
                  <a:srgbClr val="0073CF"/>
                </a:solidFill>
                <a:latin typeface="Arial"/>
              </a:rPr>
              <a:t>Kendal’s Tau</a:t>
            </a: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r>
              <a:rPr lang="en-GB" sz="1800" b="0" strike="noStrike" spc="-1">
                <a:solidFill>
                  <a:srgbClr val="0073CF"/>
                </a:solidFill>
                <a:latin typeface="Arial"/>
              </a:rPr>
              <a:t>The example here is borderline, in terms of shape, so when in doubt choose the non-parametric equivalent.</a:t>
            </a:r>
            <a:endParaRPr lang="en-US" sz="1800" b="0" strike="noStrike" spc="-1">
              <a:latin typeface="Arial"/>
            </a:endParaRPr>
          </a:p>
        </p:txBody>
      </p:sp>
      <p:pic>
        <p:nvPicPr>
          <p:cNvPr id="1074244012" name="Picture 5" descr="Chart, histogram&#10;&#10;Description automatically generated"/>
          <p:cNvPicPr/>
          <p:nvPr/>
        </p:nvPicPr>
        <p:blipFill rotWithShape="1">
          <a:blip r:embed="rId3"/>
          <a:stretch/>
        </p:blipFill>
        <p:spPr bwMode="auto">
          <a:xfrm>
            <a:off x="885960" y="1685879"/>
            <a:ext cx="5057640" cy="5057640"/>
          </a:xfrm>
          <a:prstGeom prst="rect">
            <a:avLst/>
          </a:prstGeom>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15800615" name="CustomShape 1"/>
          <p:cNvSpPr/>
          <p:nvPr/>
        </p:nvSpPr>
        <p:spPr bwMode="auto">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790331923" name="CustomShape 2"/>
          <p:cNvSpPr/>
          <p:nvPr/>
        </p:nvSpPr>
        <p:spPr bwMode="auto">
          <a:xfrm rot="10800000" flipH="1">
            <a:off x="360" y="360"/>
            <a:ext cx="12191760" cy="1575720"/>
          </a:xfrm>
          <a:prstGeom prst="rect">
            <a:avLst/>
          </a:prstGeom>
          <a:gradFill rotWithShape="0">
            <a:gsLst>
              <a:gs pos="0">
                <a:srgbClr val="000000">
                  <a:alpha val="96078"/>
                </a:srgbClr>
              </a:gs>
              <a:gs pos="100000">
                <a:srgbClr val="77418E"/>
              </a:gs>
            </a:gsLst>
            <a:lin ang="15600000" scaled="1"/>
          </a:gra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1947369384" name="CustomShape 3"/>
          <p:cNvSpPr/>
          <p:nvPr/>
        </p:nvSpPr>
        <p:spPr bwMode="auto">
          <a:xfrm>
            <a:off x="0" y="0"/>
            <a:ext cx="8128440" cy="1575000"/>
          </a:xfrm>
          <a:prstGeom prst="rect">
            <a:avLst/>
          </a:prstGeom>
          <a:gradFill rotWithShape="0">
            <a:gsLst>
              <a:gs pos="26000">
                <a:srgbClr val="C49FD3">
                  <a:alpha val="0"/>
                </a:srgbClr>
              </a:gs>
              <a:gs pos="100000">
                <a:srgbClr val="9C5FB5">
                  <a:alpha val="41176"/>
                </a:srgbClr>
              </a:gs>
            </a:gsLst>
            <a:lin ang="19200000" scaled="1"/>
          </a:gra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294769802" name="CustomShape 4"/>
          <p:cNvSpPr/>
          <p:nvPr/>
        </p:nvSpPr>
        <p:spPr bwMode="auto">
          <a:xfrm flipH="1">
            <a:off x="0" y="0"/>
            <a:ext cx="12191760" cy="1573920"/>
          </a:xfrm>
          <a:prstGeom prst="rect">
            <a:avLst/>
          </a:prstGeom>
          <a:gradFill rotWithShape="0">
            <a:gsLst>
              <a:gs pos="22000">
                <a:srgbClr val="9C5FB5">
                  <a:alpha val="15294"/>
                </a:srgbClr>
              </a:gs>
              <a:gs pos="100000">
                <a:srgbClr val="000000">
                  <a:alpha val="63137"/>
                </a:srgbClr>
              </a:gs>
            </a:gsLst>
            <a:lin ang="6000000" scaled="1"/>
          </a:gra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241845106" name="TextShape 5"/>
          <p:cNvSpPr txBox="1"/>
          <p:nvPr/>
        </p:nvSpPr>
        <p:spPr bwMode="auto">
          <a:xfrm>
            <a:off x="290880" y="158400"/>
            <a:ext cx="7063200" cy="1158840"/>
          </a:xfrm>
          <a:prstGeom prst="rect">
            <a:avLst/>
          </a:prstGeom>
          <a:noFill/>
          <a:ln>
            <a:noFill/>
          </a:ln>
        </p:spPr>
        <p:txBody>
          <a:bodyPr anchor="ctr">
            <a:normAutofit/>
          </a:bodyPr>
          <a:lstStyle/>
          <a:p>
            <a:pPr>
              <a:lnSpc>
                <a:spcPct val="90000"/>
              </a:lnSpc>
              <a:defRPr/>
            </a:pPr>
            <a:r>
              <a:rPr lang="en-US" sz="2400" b="0" strike="noStrike" spc="-201">
                <a:solidFill>
                  <a:srgbClr val="FFFFFF"/>
                </a:solidFill>
                <a:latin typeface="Arial"/>
              </a:rPr>
              <a:t> </a:t>
            </a:r>
            <a:br>
              <a:rPr/>
            </a:br>
            <a:br>
              <a:rPr/>
            </a:br>
            <a:endParaRPr lang="en-US" sz="2400" b="0" strike="noStrike" spc="-1">
              <a:solidFill>
                <a:srgbClr val="203232"/>
              </a:solidFill>
              <a:latin typeface="Arial"/>
            </a:endParaRPr>
          </a:p>
        </p:txBody>
      </p:sp>
      <p:sp>
        <p:nvSpPr>
          <p:cNvPr id="517900418" name="TextShape 6"/>
          <p:cNvSpPr txBox="1"/>
          <p:nvPr/>
        </p:nvSpPr>
        <p:spPr bwMode="auto">
          <a:xfrm>
            <a:off x="7354080" y="203882"/>
            <a:ext cx="4705437" cy="1158840"/>
          </a:xfrm>
          <a:prstGeom prst="rect">
            <a:avLst/>
          </a:prstGeom>
          <a:noFill/>
          <a:ln>
            <a:noFill/>
          </a:ln>
        </p:spPr>
        <p:txBody>
          <a:bodyPr anchor="ctr">
            <a:noAutofit/>
          </a:bodyPr>
          <a:lstStyle/>
          <a:p>
            <a:pPr>
              <a:lnSpc>
                <a:spcPts val="2880"/>
              </a:lnSpc>
              <a:spcAft>
                <a:spcPts val="992"/>
              </a:spcAft>
              <a:tabLst>
                <a:tab pos="0" algn="l"/>
              </a:tabLst>
              <a:defRPr/>
            </a:pPr>
            <a:r>
              <a:rPr lang="en-GB" sz="3000" b="1" strike="noStrike" spc="-100">
                <a:solidFill>
                  <a:srgbClr val="FFFFFF"/>
                </a:solidFill>
                <a:latin typeface="Arial"/>
              </a:rPr>
              <a:t>Our RQ asks about Differences in means/ medians </a:t>
            </a:r>
            <a:endParaRPr lang="en-US" sz="3000" b="1" strike="noStrike" spc="-1">
              <a:latin typeface="Arial"/>
            </a:endParaRPr>
          </a:p>
        </p:txBody>
      </p:sp>
      <p:sp>
        <p:nvSpPr>
          <p:cNvPr id="2029833951" name="TextShape 7"/>
          <p:cNvSpPr txBox="1"/>
          <p:nvPr/>
        </p:nvSpPr>
        <p:spPr bwMode="auto">
          <a:xfrm>
            <a:off x="11704320" y="6455520"/>
            <a:ext cx="447840" cy="364680"/>
          </a:xfrm>
          <a:prstGeom prst="rect">
            <a:avLst/>
          </a:prstGeom>
          <a:noFill/>
          <a:ln>
            <a:noFill/>
          </a:ln>
        </p:spPr>
        <p:txBody>
          <a:bodyPr anchor="ctr">
            <a:normAutofit/>
          </a:bodyPr>
          <a:lstStyle/>
          <a:p>
            <a:pPr algn="r">
              <a:lnSpc>
                <a:spcPct val="100000"/>
              </a:lnSpc>
              <a:spcAft>
                <a:spcPts val="601"/>
              </a:spcAft>
              <a:defRPr/>
            </a:pPr>
            <a:fld id="{29CEFF96-2F62-4B45-8A43-FC60A0A96C7C}" type="slidenum">
              <a:rPr lang="en-US" sz="1100" b="1" strike="noStrike" spc="-1">
                <a:solidFill>
                  <a:srgbClr val="7DABAB"/>
                </a:solidFill>
                <a:latin typeface="Arial"/>
              </a:rPr>
              <a:t>8</a:t>
            </a:fld>
            <a:endParaRPr lang="en-US" sz="1100" b="0" strike="noStrike" spc="-1">
              <a:latin typeface="Times New Roman"/>
            </a:endParaRPr>
          </a:p>
        </p:txBody>
      </p:sp>
      <p:sp>
        <p:nvSpPr>
          <p:cNvPr id="1908672126" name="CustomShape 8"/>
          <p:cNvSpPr/>
          <p:nvPr/>
        </p:nvSpPr>
        <p:spPr bwMode="auto">
          <a:xfrm>
            <a:off x="366120" y="197640"/>
            <a:ext cx="6988320" cy="1187640"/>
          </a:xfrm>
          <a:prstGeom prst="rect">
            <a:avLst/>
          </a:prstGeom>
          <a:noFill/>
          <a:ln>
            <a:noFill/>
          </a:ln>
        </p:spPr>
        <p:style>
          <a:lnRef idx="0">
            <a:srgbClr val="000000"/>
          </a:lnRef>
          <a:fillRef idx="0">
            <a:srgbClr val="000000"/>
          </a:fillRef>
          <a:effectRef idx="0">
            <a:srgbClr val="000000"/>
          </a:effectRef>
          <a:fontRef idx="minor"/>
        </p:style>
        <p:txBody>
          <a:bodyPr lIns="90000" tIns="45000" rIns="90000" bIns="45000">
            <a:spAutoFit/>
          </a:bodyPr>
          <a:lstStyle/>
          <a:p>
            <a:pPr>
              <a:lnSpc>
                <a:spcPct val="100000"/>
              </a:lnSpc>
              <a:defRPr/>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 (shown in blue)</a:t>
            </a:r>
            <a:r>
              <a:rPr lang="en-GB" sz="1800" b="0" strike="noStrike" spc="-1">
                <a:solidFill>
                  <a:srgbClr val="203232"/>
                </a:solidFill>
                <a:latin typeface="Arial"/>
              </a:rPr>
              <a:t>.</a:t>
            </a:r>
            <a:endParaRPr lang="en-US" sz="1800" b="0" strike="noStrike" spc="-1">
              <a:latin typeface="Arial"/>
            </a:endParaRPr>
          </a:p>
        </p:txBody>
      </p:sp>
      <p:sp>
        <p:nvSpPr>
          <p:cNvPr id="1952333504" name="CustomShape 9"/>
          <p:cNvSpPr/>
          <p:nvPr/>
        </p:nvSpPr>
        <p:spPr bwMode="auto">
          <a:xfrm>
            <a:off x="290880" y="1627560"/>
            <a:ext cx="10865160" cy="488628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defRPr/>
            </a:pPr>
            <a:r>
              <a:rPr lang="en-GB" sz="1800" b="0" strike="noStrike" spc="-1">
                <a:solidFill>
                  <a:srgbClr val="000000"/>
                </a:solidFill>
                <a:latin typeface="Arial"/>
              </a:rPr>
              <a:t>For example:</a:t>
            </a: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endParaRPr lang="en-US" sz="1800" b="0" strike="noStrike" spc="-1">
              <a:latin typeface="Arial"/>
            </a:endParaRPr>
          </a:p>
        </p:txBody>
      </p:sp>
      <p:sp>
        <p:nvSpPr>
          <p:cNvPr id="2050011918" name="CustomShape 10"/>
          <p:cNvSpPr/>
          <p:nvPr/>
        </p:nvSpPr>
        <p:spPr bwMode="auto">
          <a:xfrm>
            <a:off x="6403680" y="1917361"/>
            <a:ext cx="4475760" cy="4522861"/>
          </a:xfrm>
          <a:prstGeom prst="rect">
            <a:avLst/>
          </a:prstGeom>
          <a:noFill/>
          <a:ln>
            <a:noFill/>
          </a:ln>
        </p:spPr>
        <p:style>
          <a:lnRef idx="0">
            <a:srgbClr val="000000"/>
          </a:lnRef>
          <a:fillRef idx="0">
            <a:srgbClr val="000000"/>
          </a:fillRef>
          <a:effectRef idx="0">
            <a:srgbClr val="000000"/>
          </a:effectRef>
          <a:fontRef idx="minor"/>
        </p:style>
        <p:txBody>
          <a:bodyPr wrap="square" lIns="90000" tIns="45000" rIns="90000" bIns="45000">
            <a:spAutoFit/>
          </a:bodyPr>
          <a:lstStyle/>
          <a:p>
            <a:pPr>
              <a:lnSpc>
                <a:spcPct val="100000"/>
              </a:lnSpc>
              <a:defRPr/>
            </a:pPr>
            <a:r>
              <a:rPr lang="en-GB" sz="1800" b="0" strike="noStrike" spc="-1">
                <a:solidFill>
                  <a:srgbClr val="203232"/>
                </a:solidFill>
                <a:latin typeface="Arial"/>
              </a:rPr>
              <a:t>Choose one:</a:t>
            </a:r>
            <a:endParaRPr/>
          </a:p>
          <a:p>
            <a:pPr>
              <a:lnSpc>
                <a:spcPct val="100000"/>
              </a:lnSpc>
              <a:defRPr/>
            </a:pPr>
            <a:endParaRPr lang="en-US" sz="1800" b="0" strike="noStrike" spc="-1">
              <a:latin typeface="Arial"/>
            </a:endParaRPr>
          </a:p>
          <a:p>
            <a:pPr>
              <a:lnSpc>
                <a:spcPct val="100000"/>
              </a:lnSpc>
              <a:defRPr/>
            </a:pPr>
            <a:r>
              <a:rPr lang="en-GB" sz="1800" b="0" strike="noStrike" spc="-1">
                <a:solidFill>
                  <a:srgbClr val="203232"/>
                </a:solidFill>
                <a:latin typeface="Arial"/>
              </a:rPr>
              <a:t>1. The normal curve overlay </a:t>
            </a:r>
            <a:r>
              <a:rPr lang="en-GB" sz="1800" b="1" i="1" strike="noStrike" spc="-1">
                <a:solidFill>
                  <a:srgbClr val="203232"/>
                </a:solidFill>
                <a:latin typeface="Arial"/>
              </a:rPr>
              <a:t>follows</a:t>
            </a:r>
            <a:r>
              <a:rPr lang="en-GB" sz="1800" b="0" strike="noStrike" spc="-1">
                <a:solidFill>
                  <a:srgbClr val="203232"/>
                </a:solidFill>
                <a:latin typeface="Arial"/>
              </a:rPr>
              <a:t> the contours of the underlying data, so we use the parametric test</a:t>
            </a:r>
            <a:r>
              <a:rPr lang="en-GB" sz="1800" b="0" strike="noStrike" spc="-1">
                <a:solidFill>
                  <a:srgbClr val="0073CF"/>
                </a:solidFill>
                <a:latin typeface="Arial"/>
              </a:rPr>
              <a:t>: t-test.</a:t>
            </a:r>
            <a:endParaRPr lang="en-US" sz="1800" b="0" strike="noStrike" spc="-1">
              <a:latin typeface="Arial"/>
            </a:endParaRPr>
          </a:p>
          <a:p>
            <a:pPr>
              <a:lnSpc>
                <a:spcPct val="100000"/>
              </a:lnSpc>
              <a:defRPr/>
            </a:pPr>
            <a:r>
              <a:rPr lang="en-GB" sz="1800" b="0" strike="noStrike" spc="-1">
                <a:solidFill>
                  <a:srgbClr val="0073CF"/>
                </a:solidFill>
                <a:latin typeface="Arial"/>
              </a:rPr>
              <a:t>OR</a:t>
            </a:r>
            <a:endParaRPr lang="en-US" sz="1800" b="0" strike="noStrike" spc="-1">
              <a:latin typeface="Arial"/>
            </a:endParaRPr>
          </a:p>
          <a:p>
            <a:pPr>
              <a:lnSpc>
                <a:spcPct val="100000"/>
              </a:lnSpc>
              <a:defRPr/>
            </a:pPr>
            <a:r>
              <a:rPr lang="en-GB" sz="1800" b="0" strike="noStrike" spc="-1">
                <a:solidFill>
                  <a:srgbClr val="203232"/>
                </a:solidFill>
                <a:latin typeface="Arial"/>
              </a:rPr>
              <a:t>2. The normal curve overlay </a:t>
            </a:r>
            <a:r>
              <a:rPr lang="en-GB" sz="1800" b="1" i="1" strike="noStrike" spc="-1">
                <a:solidFill>
                  <a:srgbClr val="203232"/>
                </a:solidFill>
                <a:latin typeface="Arial"/>
              </a:rPr>
              <a:t>does not follow</a:t>
            </a:r>
            <a:r>
              <a:rPr lang="en-GB" sz="1800" b="0" strike="noStrike" spc="-1">
                <a:solidFill>
                  <a:srgbClr val="203232"/>
                </a:solidFill>
                <a:latin typeface="Arial"/>
              </a:rPr>
              <a:t> the shape of the underlying data, so we use the non-parametric test that does not assume normality: </a:t>
            </a:r>
            <a:r>
              <a:rPr lang="en-GB" sz="1800" b="0" strike="noStrike" spc="-1">
                <a:solidFill>
                  <a:srgbClr val="0073CF"/>
                </a:solidFill>
                <a:latin typeface="Arial"/>
              </a:rPr>
              <a:t>Wilcoxon</a:t>
            </a:r>
            <a:r>
              <a:rPr lang="en-GB" sz="1800" b="0" strike="noStrike" spc="-1">
                <a:solidFill>
                  <a:srgbClr val="203232"/>
                </a:solidFill>
                <a:latin typeface="Arial"/>
              </a:rPr>
              <a:t> also known as the </a:t>
            </a:r>
            <a:r>
              <a:rPr lang="en-GB" sz="1800" b="0" strike="noStrike" spc="-1">
                <a:solidFill>
                  <a:srgbClr val="0073CF"/>
                </a:solidFill>
                <a:latin typeface="Arial"/>
              </a:rPr>
              <a:t>Mann Whitney U Test.</a:t>
            </a:r>
            <a:endParaRPr lang="en-US" sz="1800" b="0" strike="noStrike" spc="-1">
              <a:latin typeface="Arial"/>
            </a:endParaRPr>
          </a:p>
          <a:p>
            <a:pPr>
              <a:lnSpc>
                <a:spcPct val="100000"/>
              </a:lnSpc>
              <a:defRPr/>
            </a:pPr>
            <a:endParaRPr lang="en-US" sz="1800" b="0" strike="noStrike" spc="-1">
              <a:latin typeface="Arial"/>
            </a:endParaRPr>
          </a:p>
          <a:p>
            <a:pPr>
              <a:lnSpc>
                <a:spcPct val="100000"/>
              </a:lnSpc>
              <a:defRPr/>
            </a:pPr>
            <a:r>
              <a:rPr lang="en-GB" sz="1800" b="0" strike="noStrike" spc="-1">
                <a:solidFill>
                  <a:srgbClr val="0073CF"/>
                </a:solidFill>
                <a:latin typeface="Arial"/>
              </a:rPr>
              <a:t>The example here is borderline, in terms of shape, so when in doubt choose the non-parametric equivalent.</a:t>
            </a:r>
            <a:endParaRPr lang="en-US" sz="1800" b="0" strike="noStrike" spc="-1">
              <a:latin typeface="Arial"/>
            </a:endParaRPr>
          </a:p>
          <a:p>
            <a:pPr>
              <a:lnSpc>
                <a:spcPct val="100000"/>
              </a:lnSpc>
              <a:defRPr/>
            </a:pPr>
            <a:endParaRPr lang="en-US" sz="1800" b="0" strike="noStrike" spc="-1">
              <a:latin typeface="Arial"/>
            </a:endParaRPr>
          </a:p>
        </p:txBody>
      </p:sp>
      <p:pic>
        <p:nvPicPr>
          <p:cNvPr id="282564564" name="Picture 20" descr="Chart, histogram&#10;&#10;Description automatically generated"/>
          <p:cNvPicPr/>
          <p:nvPr/>
        </p:nvPicPr>
        <p:blipFill rotWithShape="1">
          <a:blip r:embed="rId3"/>
          <a:stretch/>
        </p:blipFill>
        <p:spPr bwMode="auto">
          <a:xfrm>
            <a:off x="1312560" y="1731961"/>
            <a:ext cx="4800240" cy="4800240"/>
          </a:xfrm>
          <a:prstGeom prst="rect">
            <a:avLst/>
          </a:prstGeom>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94082033" name="CustomShape 1"/>
          <p:cNvSpPr/>
          <p:nvPr/>
        </p:nvSpPr>
        <p:spPr bwMode="auto">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819519906" name="CustomShape 2"/>
          <p:cNvSpPr/>
          <p:nvPr/>
        </p:nvSpPr>
        <p:spPr bwMode="auto">
          <a:xfrm rot="10800000" flipH="1">
            <a:off x="360" y="360"/>
            <a:ext cx="12191760" cy="1575720"/>
          </a:xfrm>
          <a:prstGeom prst="rect">
            <a:avLst/>
          </a:prstGeom>
          <a:gradFill rotWithShape="0">
            <a:gsLst>
              <a:gs pos="0">
                <a:srgbClr val="000000">
                  <a:alpha val="96078"/>
                </a:srgbClr>
              </a:gs>
              <a:gs pos="100000">
                <a:srgbClr val="77418E"/>
              </a:gs>
            </a:gsLst>
            <a:lin ang="15600000" scaled="1"/>
          </a:gra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970180326" name="CustomShape 3"/>
          <p:cNvSpPr/>
          <p:nvPr/>
        </p:nvSpPr>
        <p:spPr bwMode="auto">
          <a:xfrm>
            <a:off x="0" y="0"/>
            <a:ext cx="8128440" cy="1575000"/>
          </a:xfrm>
          <a:prstGeom prst="rect">
            <a:avLst/>
          </a:prstGeom>
          <a:gradFill rotWithShape="0">
            <a:gsLst>
              <a:gs pos="26000">
                <a:srgbClr val="C49FD3">
                  <a:alpha val="0"/>
                </a:srgbClr>
              </a:gs>
              <a:gs pos="100000">
                <a:srgbClr val="9C5FB5">
                  <a:alpha val="41176"/>
                </a:srgbClr>
              </a:gs>
            </a:gsLst>
            <a:lin ang="19200000" scaled="1"/>
          </a:gra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1025226532" name="CustomShape 4"/>
          <p:cNvSpPr/>
          <p:nvPr/>
        </p:nvSpPr>
        <p:spPr bwMode="auto">
          <a:xfrm flipH="1">
            <a:off x="0" y="0"/>
            <a:ext cx="12191760" cy="1573920"/>
          </a:xfrm>
          <a:prstGeom prst="rect">
            <a:avLst/>
          </a:prstGeom>
          <a:gradFill rotWithShape="0">
            <a:gsLst>
              <a:gs pos="22000">
                <a:srgbClr val="9C5FB5">
                  <a:alpha val="15294"/>
                </a:srgbClr>
              </a:gs>
              <a:gs pos="100000">
                <a:srgbClr val="000000">
                  <a:alpha val="63137"/>
                </a:srgbClr>
              </a:gs>
            </a:gsLst>
            <a:lin ang="6000000" scaled="1"/>
          </a:gradFill>
          <a:ln>
            <a:noFill/>
          </a:ln>
        </p:spPr>
        <p:style>
          <a:lnRef idx="2">
            <a:schemeClr val="accent1">
              <a:shade val="50000"/>
            </a:schemeClr>
          </a:lnRef>
          <a:fillRef idx="1">
            <a:schemeClr val="accent1"/>
          </a:fillRef>
          <a:effectRef idx="0">
            <a:schemeClr val="accent1"/>
          </a:effectRef>
          <a:fontRef idx="minor"/>
        </p:style>
        <p:txBody>
          <a:bodyPr/>
          <a:lstStyle/>
          <a:p>
            <a:pPr>
              <a:defRPr/>
            </a:pPr>
            <a:endParaRPr lang="en-GB"/>
          </a:p>
        </p:txBody>
      </p:sp>
      <p:sp>
        <p:nvSpPr>
          <p:cNvPr id="201773448" name="TextShape 5"/>
          <p:cNvSpPr txBox="1"/>
          <p:nvPr/>
        </p:nvSpPr>
        <p:spPr bwMode="auto">
          <a:xfrm>
            <a:off x="385920" y="118753"/>
            <a:ext cx="7534922" cy="1383887"/>
          </a:xfrm>
          <a:prstGeom prst="rect">
            <a:avLst/>
          </a:prstGeom>
          <a:noFill/>
          <a:ln>
            <a:noFill/>
          </a:ln>
        </p:spPr>
        <p:txBody>
          <a:bodyPr anchor="ctr">
            <a:normAutofit fontScale="40000" lnSpcReduction="20000"/>
          </a:bodyPr>
          <a:lstStyle/>
          <a:p>
            <a:pPr>
              <a:lnSpc>
                <a:spcPct val="110000"/>
              </a:lnSpc>
              <a:defRPr/>
            </a:pPr>
            <a:r>
              <a:rPr lang="en-US" sz="4000" b="0" strike="noStrike">
                <a:solidFill>
                  <a:srgbClr val="FFFFFF"/>
                </a:solidFill>
                <a:latin typeface="Arial"/>
              </a:rPr>
              <a:t>Here is a contingency table (</a:t>
            </a:r>
            <a:r>
              <a:rPr lang="en-US" sz="4000">
                <a:solidFill>
                  <a:srgbClr val="FFFFFF"/>
                </a:solidFill>
              </a:rPr>
              <a:t>also known as table (matrix/cross tabulation</a:t>
            </a:r>
            <a:r>
              <a:rPr lang="en-US" sz="4000" b="0" strike="noStrike">
                <a:solidFill>
                  <a:srgbClr val="FFFFFF"/>
                </a:solidFill>
                <a:latin typeface="Arial"/>
              </a:rPr>
              <a:t>) showing our dependent variable as rows, and our independent variable as columns.  We have at least two values for both variables that are independent of each other (no overlap).  </a:t>
            </a:r>
            <a:endParaRPr/>
          </a:p>
          <a:p>
            <a:pPr>
              <a:lnSpc>
                <a:spcPct val="110000"/>
              </a:lnSpc>
              <a:defRPr/>
            </a:pPr>
            <a:r>
              <a:rPr lang="en-US" sz="4000" b="0" strike="noStrike">
                <a:solidFill>
                  <a:srgbClr val="FFFFFF"/>
                </a:solidFill>
                <a:latin typeface="Arial"/>
              </a:rPr>
              <a:t>For example:</a:t>
            </a:r>
            <a:br>
              <a:rPr/>
            </a:br>
            <a:endParaRPr lang="en-US" sz="2400" b="0" strike="noStrike" spc="-1">
              <a:solidFill>
                <a:srgbClr val="203232"/>
              </a:solidFill>
              <a:latin typeface="Arial"/>
            </a:endParaRPr>
          </a:p>
        </p:txBody>
      </p:sp>
      <p:sp>
        <p:nvSpPr>
          <p:cNvPr id="195849107" name="TextShape 6"/>
          <p:cNvSpPr txBox="1"/>
          <p:nvPr/>
        </p:nvSpPr>
        <p:spPr bwMode="auto">
          <a:xfrm>
            <a:off x="8370720" y="350280"/>
            <a:ext cx="3233160" cy="873360"/>
          </a:xfrm>
          <a:prstGeom prst="rect">
            <a:avLst/>
          </a:prstGeom>
          <a:noFill/>
          <a:ln>
            <a:noFill/>
          </a:ln>
        </p:spPr>
        <p:txBody>
          <a:bodyPr anchor="ctr">
            <a:noAutofit/>
          </a:bodyPr>
          <a:lstStyle/>
          <a:p>
            <a:pPr>
              <a:lnSpc>
                <a:spcPct val="90000"/>
              </a:lnSpc>
              <a:spcBef>
                <a:spcPts val="1001"/>
              </a:spcBef>
              <a:spcAft>
                <a:spcPts val="992"/>
              </a:spcAft>
              <a:tabLst>
                <a:tab pos="0" algn="l"/>
              </a:tabLst>
              <a:defRPr/>
            </a:pPr>
            <a:r>
              <a:rPr lang="en-US" sz="3200" b="1" strike="noStrike" spc="-100">
                <a:solidFill>
                  <a:srgbClr val="FFFFFF"/>
                </a:solidFill>
                <a:latin typeface="Arial"/>
              </a:rPr>
              <a:t>Our RQ is about Differences in proportions</a:t>
            </a:r>
            <a:endParaRPr lang="en-US" sz="3200" b="0" strike="noStrike" spc="-1">
              <a:latin typeface="Arial"/>
            </a:endParaRPr>
          </a:p>
        </p:txBody>
      </p:sp>
      <p:sp>
        <p:nvSpPr>
          <p:cNvPr id="1660096688" name="TextShape 7"/>
          <p:cNvSpPr txBox="1"/>
          <p:nvPr/>
        </p:nvSpPr>
        <p:spPr bwMode="auto">
          <a:xfrm>
            <a:off x="11704320" y="6455520"/>
            <a:ext cx="447840" cy="364680"/>
          </a:xfrm>
          <a:prstGeom prst="rect">
            <a:avLst/>
          </a:prstGeom>
          <a:noFill/>
          <a:ln>
            <a:noFill/>
          </a:ln>
        </p:spPr>
        <p:txBody>
          <a:bodyPr anchor="ctr">
            <a:normAutofit/>
          </a:bodyPr>
          <a:lstStyle/>
          <a:p>
            <a:pPr algn="r">
              <a:lnSpc>
                <a:spcPct val="100000"/>
              </a:lnSpc>
              <a:spcAft>
                <a:spcPts val="601"/>
              </a:spcAft>
              <a:defRPr/>
            </a:pPr>
            <a:fld id="{5783AF93-FAFA-4E86-B9B0-359A2F820963}" type="slidenum">
              <a:rPr lang="en-US" sz="1100" b="1" strike="noStrike" spc="-1">
                <a:solidFill>
                  <a:srgbClr val="7DABAB"/>
                </a:solidFill>
                <a:latin typeface="Arial"/>
              </a:rPr>
              <a:t>9</a:t>
            </a:fld>
            <a:endParaRPr lang="en-US" sz="1100" b="0" strike="noStrike" spc="-1">
              <a:latin typeface="Times New Roman"/>
            </a:endParaRPr>
          </a:p>
        </p:txBody>
      </p:sp>
      <p:graphicFrame>
        <p:nvGraphicFramePr>
          <p:cNvPr id="1631897877" name="Table 8"/>
          <p:cNvGraphicFramePr>
            <a:graphicFrameLocks/>
          </p:cNvGraphicFramePr>
          <p:nvPr/>
        </p:nvGraphicFramePr>
        <p:xfrm>
          <a:off x="1371240" y="1695960"/>
          <a:ext cx="9862560" cy="3886200"/>
        </p:xfrm>
        <a:graphic>
          <a:graphicData uri="http://schemas.openxmlformats.org/drawingml/2006/table">
            <a:tbl>
              <a:tblPr/>
              <a:tblGrid>
                <a:gridCol w="1855440">
                  <a:extLst>
                    <a:ext uri="{9D8B030D-6E8A-4147-A177-3AD203B41FA5}">
                      <a16:colId xmlns:a16="http://schemas.microsoft.com/office/drawing/2014/main" val="20000"/>
                    </a:ext>
                  </a:extLst>
                </a:gridCol>
                <a:gridCol w="1320120">
                  <a:extLst>
                    <a:ext uri="{9D8B030D-6E8A-4147-A177-3AD203B41FA5}">
                      <a16:colId xmlns:a16="http://schemas.microsoft.com/office/drawing/2014/main" val="20001"/>
                    </a:ext>
                  </a:extLst>
                </a:gridCol>
                <a:gridCol w="1075680">
                  <a:extLst>
                    <a:ext uri="{9D8B030D-6E8A-4147-A177-3AD203B41FA5}">
                      <a16:colId xmlns:a16="http://schemas.microsoft.com/office/drawing/2014/main" val="20002"/>
                    </a:ext>
                  </a:extLst>
                </a:gridCol>
                <a:gridCol w="1166400">
                  <a:extLst>
                    <a:ext uri="{9D8B030D-6E8A-4147-A177-3AD203B41FA5}">
                      <a16:colId xmlns:a16="http://schemas.microsoft.com/office/drawing/2014/main" val="20003"/>
                    </a:ext>
                  </a:extLst>
                </a:gridCol>
                <a:gridCol w="1075680">
                  <a:extLst>
                    <a:ext uri="{9D8B030D-6E8A-4147-A177-3AD203B41FA5}">
                      <a16:colId xmlns:a16="http://schemas.microsoft.com/office/drawing/2014/main" val="20004"/>
                    </a:ext>
                  </a:extLst>
                </a:gridCol>
                <a:gridCol w="1758240">
                  <a:extLst>
                    <a:ext uri="{9D8B030D-6E8A-4147-A177-3AD203B41FA5}">
                      <a16:colId xmlns:a16="http://schemas.microsoft.com/office/drawing/2014/main" val="20005"/>
                    </a:ext>
                  </a:extLst>
                </a:gridCol>
                <a:gridCol w="1611000">
                  <a:extLst>
                    <a:ext uri="{9D8B030D-6E8A-4147-A177-3AD203B41FA5}">
                      <a16:colId xmlns:a16="http://schemas.microsoft.com/office/drawing/2014/main" val="20006"/>
                    </a:ext>
                  </a:extLst>
                </a:gridCol>
              </a:tblGrid>
              <a:tr h="438840">
                <a:tc gridSpan="7">
                  <a:txBody>
                    <a:bodyPr/>
                    <a:lstStyle/>
                    <a:p>
                      <a:pPr algn="ctr">
                        <a:lnSpc>
                          <a:spcPct val="100000"/>
                        </a:lnSpc>
                        <a:defRPr/>
                      </a:pPr>
                      <a:r>
                        <a:rPr lang="en-US" sz="2300" b="1" strike="noStrike" spc="-1">
                          <a:solidFill>
                            <a:srgbClr val="203232"/>
                          </a:solidFill>
                          <a:latin typeface="Arial"/>
                        </a:rPr>
                        <a:t>Reason for absenteeism </a:t>
                      </a:r>
                      <a:r>
                        <a:rPr lang="en-US" sz="2300" b="0" strike="noStrike" spc="-1">
                          <a:solidFill>
                            <a:srgbClr val="203232"/>
                          </a:solidFill>
                          <a:latin typeface="Arial"/>
                        </a:rPr>
                        <a:t>(Sample 16,550)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789840">
                <a:tc>
                  <a:txBody>
                    <a:bodyPr/>
                    <a:lstStyle/>
                    <a:p>
                      <a:pPr>
                        <a:lnSpc>
                          <a:spcPct val="100000"/>
                        </a:lnSpc>
                        <a:defRPr/>
                      </a:pPr>
                      <a:r>
                        <a:rPr lang="en-GB" sz="2300" b="0" strike="noStrike" spc="-1">
                          <a:solidFill>
                            <a:srgbClr val="000000"/>
                          </a:solidFill>
                          <a:latin typeface="Arial"/>
                        </a:rPr>
                        <a:t>Age group</a:t>
                      </a:r>
                      <a:endParaRPr lang="en-US" sz="2300" b="0" strike="noStrike" spc="-1">
                        <a:latin typeface="Arial"/>
                      </a:endParaRPr>
                    </a:p>
                  </a:txBody>
                  <a:tcPr marL="11160" marR="11160">
                    <a:lnL w="12240" algn="ctr">
                      <a:solidFill>
                        <a:srgbClr val="FFFFFF"/>
                      </a:solidFill>
                    </a:lnL>
                    <a:lnR w="12240" algn="ctr">
                      <a:solidFill>
                        <a:srgbClr val="203232"/>
                      </a:solidFill>
                    </a:lnR>
                    <a:lnT w="12240" algn="ctr">
                      <a:solidFill>
                        <a:srgbClr val="FFFFFF"/>
                      </a:solidFill>
                    </a:lnT>
                    <a:lnB w="12240" algn="ctr">
                      <a:solidFill>
                        <a:srgbClr val="203232"/>
                      </a:solidFill>
                    </a:lnB>
                    <a:solidFill>
                      <a:srgbClr val="EFEAF2"/>
                    </a:solidFill>
                  </a:tcPr>
                </a:tc>
                <a:tc>
                  <a:txBody>
                    <a:bodyPr/>
                    <a:lstStyle/>
                    <a:p>
                      <a:pPr>
                        <a:lnSpc>
                          <a:spcPct val="100000"/>
                        </a:lnSpc>
                        <a:defRPr/>
                      </a:pPr>
                      <a:r>
                        <a:rPr lang="en-GB" sz="2300" b="0" strike="noStrike" spc="-1">
                          <a:solidFill>
                            <a:srgbClr val="203232"/>
                          </a:solidFill>
                          <a:latin typeface="Arial"/>
                        </a:rPr>
                        <a:t>Operation</a:t>
                      </a:r>
                      <a:endParaRPr lang="en-US" sz="2300" b="0" strike="noStrike" spc="-1">
                        <a:latin typeface="Arial"/>
                      </a:endParaRPr>
                    </a:p>
                  </a:txBody>
                  <a:tcPr marL="11160" marR="11160">
                    <a:lnL w="12240" algn="ctr">
                      <a:solidFill>
                        <a:srgbClr val="203232"/>
                      </a:solidFill>
                    </a:lnL>
                    <a:lnR w="12240" algn="ctr">
                      <a:solidFill>
                        <a:srgbClr val="FFFFFF"/>
                      </a:solidFill>
                    </a:lnR>
                    <a:lnT w="12240" algn="ctr">
                      <a:solidFill>
                        <a:srgbClr val="FFFFFF"/>
                      </a:solidFill>
                    </a:lnT>
                    <a:lnB w="12240" algn="ctr">
                      <a:solidFill>
                        <a:srgbClr val="203232"/>
                      </a:solidFill>
                    </a:lnB>
                    <a:solidFill>
                      <a:srgbClr val="EFEAF2"/>
                    </a:solidFill>
                  </a:tcPr>
                </a:tc>
                <a:tc>
                  <a:txBody>
                    <a:bodyPr/>
                    <a:lstStyle/>
                    <a:p>
                      <a:pPr>
                        <a:lnSpc>
                          <a:spcPct val="100000"/>
                        </a:lnSpc>
                        <a:defRPr/>
                      </a:pPr>
                      <a:r>
                        <a:rPr lang="en-GB" sz="2300" b="0" strike="noStrike" spc="-1">
                          <a:solidFill>
                            <a:srgbClr val="203232"/>
                          </a:solidFill>
                          <a:latin typeface="Arial"/>
                        </a:rPr>
                        <a:t>Stress</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203232"/>
                      </a:solidFill>
                    </a:lnB>
                    <a:solidFill>
                      <a:srgbClr val="EFEAF2"/>
                    </a:solidFill>
                  </a:tcPr>
                </a:tc>
                <a:tc>
                  <a:txBody>
                    <a:bodyPr/>
                    <a:lstStyle/>
                    <a:p>
                      <a:pPr>
                        <a:lnSpc>
                          <a:spcPct val="100000"/>
                        </a:lnSpc>
                        <a:defRPr/>
                      </a:pPr>
                      <a:r>
                        <a:rPr lang="en-GB" sz="2300" b="0" strike="noStrike" spc="-1">
                          <a:solidFill>
                            <a:srgbClr val="203232"/>
                          </a:solidFill>
                          <a:latin typeface="Arial"/>
                        </a:rPr>
                        <a:t>Physical Illness</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203232"/>
                      </a:solidFill>
                    </a:lnB>
                    <a:solidFill>
                      <a:srgbClr val="EFEAF2"/>
                    </a:solidFill>
                  </a:tcPr>
                </a:tc>
                <a:tc>
                  <a:txBody>
                    <a:bodyPr/>
                    <a:lstStyle/>
                    <a:p>
                      <a:pPr>
                        <a:lnSpc>
                          <a:spcPct val="100000"/>
                        </a:lnSpc>
                        <a:defRPr/>
                      </a:pPr>
                      <a:r>
                        <a:rPr lang="en-GB" sz="2300" b="0" strike="noStrike" spc="-1">
                          <a:solidFill>
                            <a:srgbClr val="203232"/>
                          </a:solidFill>
                          <a:latin typeface="Arial"/>
                        </a:rPr>
                        <a:t>Strike</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203232"/>
                      </a:solidFill>
                    </a:lnB>
                    <a:solidFill>
                      <a:srgbClr val="EFEAF2"/>
                    </a:solidFill>
                  </a:tcPr>
                </a:tc>
                <a:tc>
                  <a:txBody>
                    <a:bodyPr/>
                    <a:lstStyle/>
                    <a:p>
                      <a:pPr>
                        <a:lnSpc>
                          <a:spcPct val="100000"/>
                        </a:lnSpc>
                        <a:defRPr/>
                      </a:pPr>
                      <a:r>
                        <a:rPr lang="en-GB" sz="2300" b="0" strike="noStrike" spc="-1">
                          <a:solidFill>
                            <a:srgbClr val="203232"/>
                          </a:solidFill>
                          <a:latin typeface="Arial"/>
                        </a:rPr>
                        <a:t>Maternity /</a:t>
                      </a:r>
                      <a:endParaRPr lang="en-US" sz="2300" b="0" strike="noStrike" spc="-1">
                        <a:latin typeface="Arial"/>
                      </a:endParaRPr>
                    </a:p>
                    <a:p>
                      <a:pPr>
                        <a:lnSpc>
                          <a:spcPct val="100000"/>
                        </a:lnSpc>
                        <a:defRPr/>
                      </a:pPr>
                      <a:r>
                        <a:rPr lang="en-GB" sz="2300" b="0" strike="noStrike" spc="-1">
                          <a:solidFill>
                            <a:srgbClr val="203232"/>
                          </a:solidFill>
                          <a:latin typeface="Arial"/>
                        </a:rPr>
                        <a:t>paternity</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203232"/>
                      </a:solidFill>
                    </a:lnB>
                    <a:solidFill>
                      <a:srgbClr val="EFEAF2"/>
                    </a:solidFill>
                  </a:tcPr>
                </a:tc>
                <a:tc>
                  <a:txBody>
                    <a:bodyPr/>
                    <a:lstStyle/>
                    <a:p>
                      <a:pPr>
                        <a:lnSpc>
                          <a:spcPct val="100000"/>
                        </a:lnSpc>
                        <a:defRPr/>
                      </a:pPr>
                      <a:r>
                        <a:rPr lang="en-GB" sz="2300" b="0" strike="noStrike" spc="-1">
                          <a:solidFill>
                            <a:srgbClr val="203232"/>
                          </a:solidFill>
                          <a:latin typeface="Arial"/>
                        </a:rPr>
                        <a:t>Holiday</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203232"/>
                      </a:solidFill>
                    </a:lnB>
                    <a:solidFill>
                      <a:srgbClr val="EFEAF2"/>
                    </a:solidFill>
                  </a:tcPr>
                </a:tc>
                <a:extLst>
                  <a:ext uri="{0D108BD9-81ED-4DB2-BD59-A6C34878D82A}">
                    <a16:rowId xmlns:a16="http://schemas.microsoft.com/office/drawing/2014/main" val="10001"/>
                  </a:ext>
                </a:extLst>
              </a:tr>
              <a:tr h="438840">
                <a:tc>
                  <a:txBody>
                    <a:bodyPr/>
                    <a:lstStyle/>
                    <a:p>
                      <a:pPr>
                        <a:lnSpc>
                          <a:spcPct val="100000"/>
                        </a:lnSpc>
                        <a:defRPr/>
                      </a:pPr>
                      <a:r>
                        <a:rPr lang="en-GB" sz="2300" b="0" strike="noStrike" spc="-1">
                          <a:solidFill>
                            <a:srgbClr val="203232"/>
                          </a:solidFill>
                          <a:latin typeface="Arial"/>
                        </a:rPr>
                        <a:t>16 -25</a:t>
                      </a:r>
                      <a:endParaRPr lang="en-US" sz="2300" b="0" strike="noStrike" spc="-1">
                        <a:latin typeface="Arial"/>
                      </a:endParaRPr>
                    </a:p>
                  </a:txBody>
                  <a:tcPr marL="11160" marR="11160">
                    <a:lnL w="12240" algn="ctr">
                      <a:solidFill>
                        <a:srgbClr val="FFFFFF"/>
                      </a:solidFill>
                    </a:lnL>
                    <a:lnR w="12240" algn="ctr">
                      <a:solidFill>
                        <a:srgbClr val="203232"/>
                      </a:solidFill>
                    </a:lnR>
                    <a:lnT w="12240" algn="ctr">
                      <a:solidFill>
                        <a:srgbClr val="203232"/>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50</a:t>
                      </a:r>
                      <a:endParaRPr lang="en-US" sz="2300" b="0" strike="noStrike" spc="-1">
                        <a:latin typeface="Arial"/>
                      </a:endParaRPr>
                    </a:p>
                  </a:txBody>
                  <a:tcPr marL="11160" marR="11160">
                    <a:lnL w="12240" algn="ctr">
                      <a:solidFill>
                        <a:srgbClr val="203232"/>
                      </a:solidFill>
                    </a:lnL>
                    <a:lnR w="12240" algn="ctr">
                      <a:solidFill>
                        <a:srgbClr val="FFFFFF"/>
                      </a:solidFill>
                    </a:lnR>
                    <a:lnT w="12240" algn="ctr">
                      <a:solidFill>
                        <a:srgbClr val="203232"/>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150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203232"/>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25</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203232"/>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60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203232"/>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200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203232"/>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6000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203232"/>
                      </a:solidFill>
                    </a:lnT>
                    <a:lnB w="12240" algn="ctr">
                      <a:solidFill>
                        <a:srgbClr val="FFFFFF"/>
                      </a:solidFill>
                    </a:lnB>
                    <a:solidFill>
                      <a:srgbClr val="EFEAF2"/>
                    </a:solidFill>
                  </a:tcPr>
                </a:tc>
                <a:extLst>
                  <a:ext uri="{0D108BD9-81ED-4DB2-BD59-A6C34878D82A}">
                    <a16:rowId xmlns:a16="http://schemas.microsoft.com/office/drawing/2014/main" val="10002"/>
                  </a:ext>
                </a:extLst>
              </a:tr>
              <a:tr h="438840">
                <a:tc>
                  <a:txBody>
                    <a:bodyPr/>
                    <a:lstStyle/>
                    <a:p>
                      <a:pPr>
                        <a:lnSpc>
                          <a:spcPct val="100000"/>
                        </a:lnSpc>
                        <a:defRPr/>
                      </a:pPr>
                      <a:r>
                        <a:rPr lang="en-GB" sz="2300" b="0" strike="noStrike" spc="-1">
                          <a:solidFill>
                            <a:srgbClr val="203232"/>
                          </a:solidFill>
                          <a:latin typeface="Arial"/>
                        </a:rPr>
                        <a:t>26- 35</a:t>
                      </a:r>
                      <a:endParaRPr lang="en-US" sz="2300" b="0" strike="noStrike" spc="-1">
                        <a:latin typeface="Arial"/>
                      </a:endParaRPr>
                    </a:p>
                  </a:txBody>
                  <a:tcPr marL="11160" marR="11160">
                    <a:lnL w="12240" algn="ctr">
                      <a:solidFill>
                        <a:srgbClr val="FFFFFF"/>
                      </a:solidFill>
                    </a:lnL>
                    <a:lnR w="12240" algn="ctr">
                      <a:solidFill>
                        <a:srgbClr val="203232"/>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60</a:t>
                      </a:r>
                      <a:endParaRPr lang="en-US" sz="2300" b="0" strike="noStrike" spc="-1">
                        <a:latin typeface="Arial"/>
                      </a:endParaRPr>
                    </a:p>
                  </a:txBody>
                  <a:tcPr marL="11160" marR="11160">
                    <a:lnL w="12240" algn="ctr">
                      <a:solidFill>
                        <a:srgbClr val="203232"/>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100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40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40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500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6000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extLst>
                  <a:ext uri="{0D108BD9-81ED-4DB2-BD59-A6C34878D82A}">
                    <a16:rowId xmlns:a16="http://schemas.microsoft.com/office/drawing/2014/main" val="10003"/>
                  </a:ext>
                </a:extLst>
              </a:tr>
              <a:tr h="438840">
                <a:tc>
                  <a:txBody>
                    <a:bodyPr/>
                    <a:lstStyle/>
                    <a:p>
                      <a:pPr>
                        <a:lnSpc>
                          <a:spcPct val="100000"/>
                        </a:lnSpc>
                        <a:defRPr/>
                      </a:pPr>
                      <a:r>
                        <a:rPr lang="en-GB" sz="2300" b="0" strike="noStrike" spc="-1">
                          <a:solidFill>
                            <a:srgbClr val="203232"/>
                          </a:solidFill>
                          <a:latin typeface="Arial"/>
                        </a:rPr>
                        <a:t>36 -45</a:t>
                      </a:r>
                      <a:endParaRPr lang="en-US" sz="2300" b="0" strike="noStrike" spc="-1">
                        <a:latin typeface="Arial"/>
                      </a:endParaRPr>
                    </a:p>
                  </a:txBody>
                  <a:tcPr marL="11160" marR="11160">
                    <a:lnL w="12240" algn="ctr">
                      <a:solidFill>
                        <a:srgbClr val="FFFFFF"/>
                      </a:solidFill>
                    </a:lnL>
                    <a:lnR w="12240" algn="ctr">
                      <a:solidFill>
                        <a:srgbClr val="203232"/>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80</a:t>
                      </a:r>
                      <a:endParaRPr lang="en-US" sz="2300" b="0" strike="noStrike" spc="-1">
                        <a:latin typeface="Arial"/>
                      </a:endParaRPr>
                    </a:p>
                  </a:txBody>
                  <a:tcPr marL="11160" marR="11160">
                    <a:lnL w="12240" algn="ctr">
                      <a:solidFill>
                        <a:srgbClr val="203232"/>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300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60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100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400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6000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extLst>
                  <a:ext uri="{0D108BD9-81ED-4DB2-BD59-A6C34878D82A}">
                    <a16:rowId xmlns:a16="http://schemas.microsoft.com/office/drawing/2014/main" val="10004"/>
                  </a:ext>
                </a:extLst>
              </a:tr>
              <a:tr h="438840">
                <a:tc>
                  <a:txBody>
                    <a:bodyPr/>
                    <a:lstStyle/>
                    <a:p>
                      <a:pPr>
                        <a:lnSpc>
                          <a:spcPct val="100000"/>
                        </a:lnSpc>
                        <a:defRPr/>
                      </a:pPr>
                      <a:r>
                        <a:rPr lang="en-GB" sz="2300" b="0" strike="noStrike" spc="-1">
                          <a:solidFill>
                            <a:srgbClr val="203232"/>
                          </a:solidFill>
                          <a:latin typeface="Arial"/>
                        </a:rPr>
                        <a:t>46 -55</a:t>
                      </a:r>
                      <a:endParaRPr lang="en-US" sz="2300" b="0" strike="noStrike" spc="-1">
                        <a:latin typeface="Arial"/>
                      </a:endParaRPr>
                    </a:p>
                  </a:txBody>
                  <a:tcPr marL="11160" marR="11160">
                    <a:lnL w="12240" algn="ctr">
                      <a:solidFill>
                        <a:srgbClr val="FFFFFF"/>
                      </a:solidFill>
                    </a:lnL>
                    <a:lnR w="12240" algn="ctr">
                      <a:solidFill>
                        <a:srgbClr val="203232"/>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60</a:t>
                      </a:r>
                      <a:endParaRPr lang="en-US" sz="2300" b="0" strike="noStrike" spc="-1">
                        <a:latin typeface="Arial"/>
                      </a:endParaRPr>
                    </a:p>
                  </a:txBody>
                  <a:tcPr marL="11160" marR="11160">
                    <a:lnL w="12240" algn="ctr">
                      <a:solidFill>
                        <a:srgbClr val="203232"/>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200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80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80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200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6000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extLst>
                  <a:ext uri="{0D108BD9-81ED-4DB2-BD59-A6C34878D82A}">
                    <a16:rowId xmlns:a16="http://schemas.microsoft.com/office/drawing/2014/main" val="10005"/>
                  </a:ext>
                </a:extLst>
              </a:tr>
              <a:tr h="438840">
                <a:tc>
                  <a:txBody>
                    <a:bodyPr/>
                    <a:lstStyle/>
                    <a:p>
                      <a:pPr>
                        <a:lnSpc>
                          <a:spcPct val="100000"/>
                        </a:lnSpc>
                        <a:defRPr/>
                      </a:pPr>
                      <a:r>
                        <a:rPr lang="en-GB" sz="2300" b="0" strike="noStrike" spc="-1">
                          <a:solidFill>
                            <a:srgbClr val="203232"/>
                          </a:solidFill>
                          <a:latin typeface="Arial"/>
                        </a:rPr>
                        <a:t>56 - 65</a:t>
                      </a:r>
                      <a:endParaRPr lang="en-US" sz="2300" b="0" strike="noStrike" spc="-1">
                        <a:latin typeface="Arial"/>
                      </a:endParaRPr>
                    </a:p>
                  </a:txBody>
                  <a:tcPr marL="11160" marR="11160">
                    <a:lnL w="12240" algn="ctr">
                      <a:solidFill>
                        <a:srgbClr val="FFFFFF"/>
                      </a:solidFill>
                    </a:lnL>
                    <a:lnR w="12240" algn="ctr">
                      <a:solidFill>
                        <a:srgbClr val="203232"/>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100</a:t>
                      </a:r>
                      <a:endParaRPr lang="en-US" sz="2300" b="0" strike="noStrike" spc="-1">
                        <a:latin typeface="Arial"/>
                      </a:endParaRPr>
                    </a:p>
                  </a:txBody>
                  <a:tcPr marL="11160" marR="11160">
                    <a:lnL w="12240" algn="ctr">
                      <a:solidFill>
                        <a:srgbClr val="203232"/>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250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100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120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100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6000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extLst>
                  <a:ext uri="{0D108BD9-81ED-4DB2-BD59-A6C34878D82A}">
                    <a16:rowId xmlns:a16="http://schemas.microsoft.com/office/drawing/2014/main" val="10006"/>
                  </a:ext>
                </a:extLst>
              </a:tr>
              <a:tr h="440280">
                <a:tc>
                  <a:txBody>
                    <a:bodyPr/>
                    <a:lstStyle/>
                    <a:p>
                      <a:pPr>
                        <a:lnSpc>
                          <a:spcPct val="100000"/>
                        </a:lnSpc>
                        <a:defRPr/>
                      </a:pPr>
                      <a:r>
                        <a:rPr lang="en-GB" sz="2300" b="0" strike="noStrike" spc="-1">
                          <a:solidFill>
                            <a:srgbClr val="203232"/>
                          </a:solidFill>
                          <a:latin typeface="Arial"/>
                        </a:rPr>
                        <a:t>Over 65</a:t>
                      </a:r>
                      <a:endParaRPr lang="en-US" sz="2300" b="0" strike="noStrike" spc="-1">
                        <a:latin typeface="Arial"/>
                      </a:endParaRPr>
                    </a:p>
                  </a:txBody>
                  <a:tcPr marL="11160" marR="11160">
                    <a:lnL w="12240" algn="ctr">
                      <a:solidFill>
                        <a:srgbClr val="FFFFFF"/>
                      </a:solidFill>
                    </a:lnL>
                    <a:lnR w="12240" algn="ctr">
                      <a:solidFill>
                        <a:srgbClr val="203232"/>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90</a:t>
                      </a:r>
                      <a:endParaRPr lang="en-US" sz="2300" b="0" strike="noStrike" spc="-1">
                        <a:latin typeface="Arial"/>
                      </a:endParaRPr>
                    </a:p>
                  </a:txBody>
                  <a:tcPr marL="11160" marR="11160">
                    <a:lnL w="12240" algn="ctr">
                      <a:solidFill>
                        <a:srgbClr val="203232"/>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80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80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55</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tc>
                  <a:txBody>
                    <a:bodyPr/>
                    <a:lstStyle/>
                    <a:p>
                      <a:pPr algn="r">
                        <a:lnSpc>
                          <a:spcPct val="100000"/>
                        </a:lnSpc>
                        <a:defRPr/>
                      </a:pPr>
                      <a:r>
                        <a:rPr lang="en-GB" sz="2300" b="0" strike="noStrike" spc="-1">
                          <a:solidFill>
                            <a:srgbClr val="203232"/>
                          </a:solidFill>
                          <a:latin typeface="Arial"/>
                        </a:rPr>
                        <a:t>6000</a:t>
                      </a:r>
                      <a:endParaRPr lang="en-US" sz="2300" b="0" strike="noStrike" spc="-1">
                        <a:latin typeface="Arial"/>
                      </a:endParaRPr>
                    </a:p>
                  </a:txBody>
                  <a:tcPr marL="11160" marR="11160">
                    <a:lnL w="12240" algn="ctr">
                      <a:solidFill>
                        <a:srgbClr val="FFFFFF"/>
                      </a:solidFill>
                    </a:lnL>
                    <a:lnR w="12240" algn="ctr">
                      <a:solidFill>
                        <a:srgbClr val="FFFFFF"/>
                      </a:solidFill>
                    </a:lnR>
                    <a:lnT w="12240" algn="ctr">
                      <a:solidFill>
                        <a:srgbClr val="FFFFFF"/>
                      </a:solidFill>
                    </a:lnT>
                    <a:lnB w="12240" algn="ctr">
                      <a:solidFill>
                        <a:srgbClr val="FFFFFF"/>
                      </a:solidFill>
                    </a:lnB>
                    <a:solidFill>
                      <a:srgbClr val="EFEAF2"/>
                    </a:solidFill>
                  </a:tcPr>
                </a:tc>
                <a:extLst>
                  <a:ext uri="{0D108BD9-81ED-4DB2-BD59-A6C34878D82A}">
                    <a16:rowId xmlns:a16="http://schemas.microsoft.com/office/drawing/2014/main" val="10007"/>
                  </a:ext>
                </a:extLst>
              </a:tr>
            </a:tbl>
          </a:graphicData>
        </a:graphic>
      </p:graphicFrame>
      <p:sp>
        <p:nvSpPr>
          <p:cNvPr id="132138626" name="CustomShape 9"/>
          <p:cNvSpPr/>
          <p:nvPr/>
        </p:nvSpPr>
        <p:spPr bwMode="auto">
          <a:xfrm>
            <a:off x="946800" y="5679360"/>
            <a:ext cx="10641960" cy="1187640"/>
          </a:xfrm>
          <a:prstGeom prst="rect">
            <a:avLst/>
          </a:prstGeom>
          <a:noFill/>
          <a:ln>
            <a:noFill/>
          </a:ln>
        </p:spPr>
        <p:style>
          <a:lnRef idx="0">
            <a:srgbClr val="000000"/>
          </a:lnRef>
          <a:fillRef idx="0">
            <a:srgbClr val="000000"/>
          </a:fillRef>
          <a:effectRef idx="0">
            <a:srgbClr val="000000"/>
          </a:effectRef>
          <a:fontRef idx="minor"/>
        </p:style>
        <p:txBody>
          <a:bodyPr lIns="90000" tIns="45000" rIns="90000" bIns="45000">
            <a:spAutoFit/>
          </a:bodyPr>
          <a:lstStyle/>
          <a:p>
            <a:pPr>
              <a:lnSpc>
                <a:spcPct val="100000"/>
              </a:lnSpc>
              <a:defRPr/>
            </a:pPr>
            <a:r>
              <a:rPr lang="en-GB" sz="1800" b="0" strike="noStrike" spc="-1">
                <a:solidFill>
                  <a:srgbClr val="203232"/>
                </a:solidFill>
                <a:latin typeface="Arial"/>
              </a:rPr>
              <a:t>For comparison of proportions analysis, we will use a </a:t>
            </a:r>
            <a:r>
              <a:rPr lang="en-GB" sz="1800" b="1" strike="noStrike" spc="-1">
                <a:solidFill>
                  <a:srgbClr val="203232"/>
                </a:solidFill>
                <a:latin typeface="Arial"/>
              </a:rPr>
              <a:t>chi-square test </a:t>
            </a:r>
            <a:r>
              <a:rPr lang="en-GB" sz="1800" b="0" strike="noStrike" spc="-1">
                <a:solidFill>
                  <a:srgbClr val="203232"/>
                </a:solidFill>
                <a:latin typeface="Arial"/>
              </a:rPr>
              <a:t>to check for the likelihood that there is a relationship between the two nominal variables (reason for absenteeism and age group in example). This non-parametric test makes no assumptions about the shape of the data (which is nominal, not interval) so we do not include a histogram for this test.</a:t>
            </a:r>
            <a:endParaRPr lang="en-US" sz="1800" b="0" strike="noStrike" spc="-1">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00554587" name="TextShape 1"/>
          <p:cNvSpPr txBox="1"/>
          <p:nvPr/>
        </p:nvSpPr>
        <p:spPr bwMode="auto">
          <a:xfrm>
            <a:off x="965160" y="790920"/>
            <a:ext cx="7176600" cy="230400"/>
          </a:xfrm>
          <a:prstGeom prst="rect">
            <a:avLst/>
          </a:prstGeom>
          <a:noFill/>
          <a:ln>
            <a:noFill/>
          </a:ln>
        </p:spPr>
        <p:txBody>
          <a:bodyPr lIns="0" tIns="0" rIns="0" bIns="0">
            <a:noAutofit/>
          </a:bodyPr>
          <a:lstStyle/>
          <a:p>
            <a:pPr>
              <a:lnSpc>
                <a:spcPct val="100000"/>
              </a:lnSpc>
              <a:defRPr/>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90269007" name="TextShape 2"/>
          <p:cNvSpPr txBox="1"/>
          <p:nvPr/>
        </p:nvSpPr>
        <p:spPr bwMode="auto">
          <a:xfrm>
            <a:off x="10616400" y="790920"/>
            <a:ext cx="622440" cy="230400"/>
          </a:xfrm>
          <a:prstGeom prst="rect">
            <a:avLst/>
          </a:prstGeom>
          <a:noFill/>
          <a:ln>
            <a:noFill/>
          </a:ln>
        </p:spPr>
        <p:txBody>
          <a:bodyPr lIns="0" tIns="0" rIns="0" bIns="0">
            <a:noAutofit/>
          </a:bodyPr>
          <a:lstStyle/>
          <a:p>
            <a:pPr algn="r">
              <a:lnSpc>
                <a:spcPct val="100000"/>
              </a:lnSpc>
              <a:defRPr/>
            </a:pPr>
            <a:fld id="{ADC5D68A-648F-4923-B6A1-749DE04AEFFA}" type="slidenum">
              <a:rPr lang="en-GB" sz="1500" b="1" strike="noStrike" spc="-1">
                <a:solidFill>
                  <a:srgbClr val="B3B9B9"/>
                </a:solidFill>
                <a:latin typeface="Arial"/>
              </a:rPr>
              <a:t>10</a:t>
            </a:fld>
            <a:endParaRPr lang="en-US" sz="1500" b="0" strike="noStrike" spc="-1">
              <a:latin typeface="Times New Roman"/>
            </a:endParaRPr>
          </a:p>
        </p:txBody>
      </p:sp>
      <p:sp>
        <p:nvSpPr>
          <p:cNvPr id="995050067" name="TextShape 3"/>
          <p:cNvSpPr txBox="1"/>
          <p:nvPr/>
        </p:nvSpPr>
        <p:spPr bwMode="auto">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defRPr/>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defRPr/>
            </a:pPr>
            <a:endParaRPr lang="en-US" sz="2400" b="0" strike="noStrike" spc="-1">
              <a:latin typeface="Arial"/>
            </a:endParaRPr>
          </a:p>
        </p:txBody>
      </p:sp>
      <p:sp>
        <p:nvSpPr>
          <p:cNvPr id="1894240862" name="TextBox 1"/>
          <p:cNvSpPr txBox="1"/>
          <p:nvPr/>
        </p:nvSpPr>
        <p:spPr bwMode="auto">
          <a:xfrm>
            <a:off x="701457" y="1671662"/>
            <a:ext cx="11084627" cy="5578199"/>
          </a:xfrm>
          <a:prstGeom prst="rect">
            <a:avLst/>
          </a:prstGeom>
          <a:solidFill>
            <a:schemeClr val="bg1"/>
          </a:solidFill>
        </p:spPr>
        <p:txBody>
          <a:bodyPr wrap="square" rtlCol="0">
            <a:spAutoFit/>
          </a:bodyPr>
          <a:lstStyle/>
          <a:p>
            <a:pPr marL="285750" indent="-285750">
              <a:buFont typeface="Arial"/>
              <a:buChar char="•"/>
              <a:defRPr/>
            </a:pPr>
            <a:r>
              <a:rPr lang="en-US" sz="3600" b="0" strike="noStrike" spc="-201">
                <a:solidFill>
                  <a:srgbClr val="203232"/>
                </a:solidFill>
                <a:latin typeface="Arial"/>
              </a:rPr>
              <a:t>Include a snippet of the R code you use to calculate your test statistic.</a:t>
            </a:r>
            <a:endParaRPr/>
          </a:p>
          <a:p>
            <a:pPr marL="285750" indent="-285750">
              <a:buFont typeface="Arial"/>
              <a:buChar char="•"/>
              <a:defRPr/>
            </a:pPr>
            <a:r>
              <a:rPr lang="en-US" sz="3600" b="0" strike="noStrike" spc="-201">
                <a:solidFill>
                  <a:srgbClr val="203232"/>
                </a:solidFill>
                <a:latin typeface="Arial"/>
              </a:rPr>
              <a:t>Give the value of the test statistic. </a:t>
            </a:r>
            <a:endParaRPr/>
          </a:p>
          <a:p>
            <a:pPr marL="285750" indent="-285750">
              <a:buFont typeface="Arial"/>
              <a:buChar char="•"/>
              <a:defRPr/>
            </a:pPr>
            <a:r>
              <a:rPr lang="en-US" sz="3600" b="0" strike="noStrike" spc="-201">
                <a:solidFill>
                  <a:srgbClr val="203232"/>
                </a:solidFill>
                <a:latin typeface="Arial"/>
              </a:rPr>
              <a:t>Tell us the p-value.  Is </a:t>
            </a:r>
            <a:r>
              <a:rPr lang="en-US" sz="3600" spc="-201">
                <a:solidFill>
                  <a:srgbClr val="203232"/>
                </a:solidFill>
                <a:latin typeface="Arial"/>
              </a:rPr>
              <a:t>the p-value</a:t>
            </a:r>
            <a:r>
              <a:rPr lang="en-US" sz="3600" b="0" strike="noStrike" spc="-201">
                <a:solidFill>
                  <a:srgbClr val="203232"/>
                </a:solidFill>
                <a:latin typeface="Arial"/>
              </a:rPr>
              <a:t> &gt; or &lt; 0.05?</a:t>
            </a:r>
            <a:r>
              <a:rPr lang="en-GB" sz="3600" b="0" strike="noStrike" spc="-200">
                <a:solidFill>
                  <a:srgbClr val="203232"/>
                </a:solidFill>
                <a:latin typeface="Arial"/>
              </a:rPr>
              <a:t> </a:t>
            </a:r>
          </a:p>
          <a:p>
            <a:pPr marL="285750" indent="-285750">
              <a:buFont typeface="Arial"/>
              <a:buChar char="•"/>
              <a:defRPr/>
            </a:pPr>
            <a:r>
              <a:rPr lang="en-GB" sz="3600" b="0" strike="noStrike" spc="-200">
                <a:solidFill>
                  <a:srgbClr val="203232"/>
                </a:solidFill>
                <a:latin typeface="Arial"/>
              </a:rPr>
              <a:t>THe p-value is less than 0.05</a:t>
            </a:r>
            <a:endParaRPr/>
          </a:p>
          <a:p>
            <a:pPr marL="285750" indent="-285750">
              <a:buFont typeface="Arial"/>
              <a:buChar char="•"/>
              <a:defRPr/>
            </a:pPr>
            <a:r>
              <a:rPr lang="en-US" sz="3600" b="0" strike="noStrike" spc="-201">
                <a:solidFill>
                  <a:srgbClr val="203232"/>
                </a:solidFill>
                <a:latin typeface="Arial"/>
              </a:rPr>
              <a:t> Is the result significant?</a:t>
            </a:r>
            <a:endParaRPr/>
          </a:p>
          <a:p>
            <a:pPr marL="285750" indent="-285750">
              <a:buFont typeface="Arial"/>
              <a:buChar char="•"/>
              <a:defRPr/>
            </a:pPr>
            <a:r>
              <a:rPr lang="en-US" sz="3600" b="0" strike="noStrike" spc="-201">
                <a:solidFill>
                  <a:srgbClr val="203232"/>
                </a:solidFill>
                <a:latin typeface="Arial"/>
              </a:rPr>
              <a:t>Do you ‘</a:t>
            </a:r>
            <a:r>
              <a:rPr lang="en-US" sz="3600" spc="-201">
                <a:solidFill>
                  <a:srgbClr val="203232"/>
                </a:solidFill>
                <a:latin typeface="Arial"/>
              </a:rPr>
              <a:t>fail to reject the null hypothesis’</a:t>
            </a:r>
            <a:r>
              <a:rPr lang="en-US" sz="3600" b="0" strike="noStrike" spc="-201">
                <a:solidFill>
                  <a:srgbClr val="203232"/>
                </a:solidFill>
                <a:latin typeface="Arial"/>
              </a:rPr>
              <a:t> or ‘reject the null hypothesis’?</a:t>
            </a:r>
          </a:p>
          <a:p>
            <a:pPr marL="285750" indent="-285750">
              <a:buFont typeface="Arial"/>
              <a:buChar char="•"/>
              <a:defRPr/>
            </a:pPr>
            <a:r>
              <a:rPr lang="en-US" sz="3600" spc="-201">
                <a:solidFill>
                  <a:srgbClr val="203232"/>
                </a:solidFill>
                <a:latin typeface="Arial"/>
              </a:rPr>
              <a:t>What does the result actually mean in the wider context of learning something useful / answering your RQ?</a:t>
            </a:r>
            <a:endParaRPr lang="en-GB" sz="3600"/>
          </a:p>
        </p:txBody>
      </p:sp>
    </p:spTree>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 ds:uri="http://www.w3.org/2001/XMLSchema-instance"/>
  </ds:schemaRefs>
</ds:datastoreItem>
</file>

<file path=customXml/itemProps2.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www.w3.org/2001/XMLSchema-instance"/>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819</Words>
  <Application>Microsoft Office PowerPoint</Application>
  <PresentationFormat>Widescreen</PresentationFormat>
  <Paragraphs>145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Times New Roman</vt:lpstr>
      <vt:lpstr>Herts Theme</vt:lpstr>
      <vt:lpstr>Visualization and Analysis –  Tutorial Presentation for Feedback Date:  </vt:lpstr>
      <vt:lpstr>If you have not defined your Research Question (RQ) yet, please do not attempt to present Visualizations and/or analyses of your data.  Go to Canvas, announcements on RQ presentations, and use the PowerPoint template provided for you to present your RQ.  You can use the time slot to present your RQ instead of the Visualisation.</vt:lpstr>
      <vt:lpstr>PowerPoint Presentation</vt:lpstr>
      <vt:lpstr>PowerPoint Presentation</vt:lpstr>
      <vt:lpstr>PowerPoint Presentation</vt:lpstr>
      <vt:lpstr>Only attempt this Analysis part of the demo if you have completed your Visualization(s). Otherwise end your demo after the Visualization for feedback.</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Getrude Jeruto</cp:lastModifiedBy>
  <cp:revision>8</cp:revision>
  <dcterms:created xsi:type="dcterms:W3CDTF">2019-10-01T08:37:56Z</dcterms:created>
  <dcterms:modified xsi:type="dcterms:W3CDTF">2025-12-01T09:34:50Z</dcterms:modified>
</cp:coreProperties>
</file>